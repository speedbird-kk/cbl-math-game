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50652363" cy="23436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3" d="100"/>
          <a:sy n="23" d="100"/>
        </p:scale>
        <p:origin x="26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1546" y="3835520"/>
            <a:ext cx="37989272" cy="8159292"/>
          </a:xfrm>
        </p:spPr>
        <p:txBody>
          <a:bodyPr anchor="b"/>
          <a:lstStyle>
            <a:lvl1pPr algn="ctr">
              <a:defRPr sz="20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1546" y="12309465"/>
            <a:ext cx="37989272" cy="5658337"/>
          </a:xfrm>
        </p:spPr>
        <p:txBody>
          <a:bodyPr/>
          <a:lstStyle>
            <a:lvl1pPr marL="0" indent="0" algn="ctr">
              <a:buNone/>
              <a:defRPr sz="8202"/>
            </a:lvl1pPr>
            <a:lvl2pPr marL="1562435" indent="0" algn="ctr">
              <a:buNone/>
              <a:defRPr sz="6835"/>
            </a:lvl2pPr>
            <a:lvl3pPr marL="3124871" indent="0" algn="ctr">
              <a:buNone/>
              <a:defRPr sz="6151"/>
            </a:lvl3pPr>
            <a:lvl4pPr marL="4687306" indent="0" algn="ctr">
              <a:buNone/>
              <a:defRPr sz="5468"/>
            </a:lvl4pPr>
            <a:lvl5pPr marL="6249741" indent="0" algn="ctr">
              <a:buNone/>
              <a:defRPr sz="5468"/>
            </a:lvl5pPr>
            <a:lvl6pPr marL="7812176" indent="0" algn="ctr">
              <a:buNone/>
              <a:defRPr sz="5468"/>
            </a:lvl6pPr>
            <a:lvl7pPr marL="9374612" indent="0" algn="ctr">
              <a:buNone/>
              <a:defRPr sz="5468"/>
            </a:lvl7pPr>
            <a:lvl8pPr marL="10937047" indent="0" algn="ctr">
              <a:buNone/>
              <a:defRPr sz="5468"/>
            </a:lvl8pPr>
            <a:lvl9pPr marL="12499482" indent="0" algn="ctr">
              <a:buNone/>
              <a:defRPr sz="54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60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92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5969" y="5842794"/>
            <a:ext cx="43687663" cy="9748833"/>
          </a:xfrm>
        </p:spPr>
        <p:txBody>
          <a:bodyPr anchor="b"/>
          <a:lstStyle>
            <a:lvl1pPr>
              <a:defRPr sz="20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5969" y="15683854"/>
            <a:ext cx="43687663" cy="5126681"/>
          </a:xfrm>
        </p:spPr>
        <p:txBody>
          <a:bodyPr/>
          <a:lstStyle>
            <a:lvl1pPr marL="0" indent="0">
              <a:buNone/>
              <a:defRPr sz="8202">
                <a:solidFill>
                  <a:schemeClr val="tx1">
                    <a:tint val="82000"/>
                  </a:schemeClr>
                </a:solidFill>
              </a:defRPr>
            </a:lvl1pPr>
            <a:lvl2pPr marL="1562435" indent="0">
              <a:buNone/>
              <a:defRPr sz="6835">
                <a:solidFill>
                  <a:schemeClr val="tx1">
                    <a:tint val="82000"/>
                  </a:schemeClr>
                </a:solidFill>
              </a:defRPr>
            </a:lvl2pPr>
            <a:lvl3pPr marL="3124871" indent="0">
              <a:buNone/>
              <a:defRPr sz="6151">
                <a:solidFill>
                  <a:schemeClr val="tx1">
                    <a:tint val="82000"/>
                  </a:schemeClr>
                </a:solidFill>
              </a:defRPr>
            </a:lvl3pPr>
            <a:lvl4pPr marL="4687306" indent="0">
              <a:buNone/>
              <a:defRPr sz="5468">
                <a:solidFill>
                  <a:schemeClr val="tx1">
                    <a:tint val="82000"/>
                  </a:schemeClr>
                </a:solidFill>
              </a:defRPr>
            </a:lvl4pPr>
            <a:lvl5pPr marL="6249741" indent="0">
              <a:buNone/>
              <a:defRPr sz="5468">
                <a:solidFill>
                  <a:schemeClr val="tx1">
                    <a:tint val="82000"/>
                  </a:schemeClr>
                </a:solidFill>
              </a:defRPr>
            </a:lvl5pPr>
            <a:lvl6pPr marL="7812176" indent="0">
              <a:buNone/>
              <a:defRPr sz="5468">
                <a:solidFill>
                  <a:schemeClr val="tx1">
                    <a:tint val="82000"/>
                  </a:schemeClr>
                </a:solidFill>
              </a:defRPr>
            </a:lvl6pPr>
            <a:lvl7pPr marL="9374612" indent="0">
              <a:buNone/>
              <a:defRPr sz="5468">
                <a:solidFill>
                  <a:schemeClr val="tx1">
                    <a:tint val="82000"/>
                  </a:schemeClr>
                </a:solidFill>
              </a:defRPr>
            </a:lvl7pPr>
            <a:lvl8pPr marL="10937047" indent="0">
              <a:buNone/>
              <a:defRPr sz="5468">
                <a:solidFill>
                  <a:schemeClr val="tx1">
                    <a:tint val="82000"/>
                  </a:schemeClr>
                </a:solidFill>
              </a:defRPr>
            </a:lvl8pPr>
            <a:lvl9pPr marL="12499482" indent="0">
              <a:buNone/>
              <a:defRPr sz="54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28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350" y="6238820"/>
            <a:ext cx="21527254" cy="1487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42759" y="6238820"/>
            <a:ext cx="21527254" cy="1487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83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8947" y="1247765"/>
            <a:ext cx="43687663" cy="45299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8949" y="5745141"/>
            <a:ext cx="21428322" cy="2815605"/>
          </a:xfrm>
        </p:spPr>
        <p:txBody>
          <a:bodyPr anchor="b"/>
          <a:lstStyle>
            <a:lvl1pPr marL="0" indent="0">
              <a:buNone/>
              <a:defRPr sz="8202" b="1"/>
            </a:lvl1pPr>
            <a:lvl2pPr marL="1562435" indent="0">
              <a:buNone/>
              <a:defRPr sz="6835" b="1"/>
            </a:lvl2pPr>
            <a:lvl3pPr marL="3124871" indent="0">
              <a:buNone/>
              <a:defRPr sz="6151" b="1"/>
            </a:lvl3pPr>
            <a:lvl4pPr marL="4687306" indent="0">
              <a:buNone/>
              <a:defRPr sz="5468" b="1"/>
            </a:lvl4pPr>
            <a:lvl5pPr marL="6249741" indent="0">
              <a:buNone/>
              <a:defRPr sz="5468" b="1"/>
            </a:lvl5pPr>
            <a:lvl6pPr marL="7812176" indent="0">
              <a:buNone/>
              <a:defRPr sz="5468" b="1"/>
            </a:lvl6pPr>
            <a:lvl7pPr marL="9374612" indent="0">
              <a:buNone/>
              <a:defRPr sz="5468" b="1"/>
            </a:lvl7pPr>
            <a:lvl8pPr marL="10937047" indent="0">
              <a:buNone/>
              <a:defRPr sz="5468" b="1"/>
            </a:lvl8pPr>
            <a:lvl9pPr marL="12499482" indent="0">
              <a:buNone/>
              <a:defRPr sz="5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8949" y="8560746"/>
            <a:ext cx="21428322" cy="12591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642759" y="5745141"/>
            <a:ext cx="21533852" cy="2815605"/>
          </a:xfrm>
        </p:spPr>
        <p:txBody>
          <a:bodyPr anchor="b"/>
          <a:lstStyle>
            <a:lvl1pPr marL="0" indent="0">
              <a:buNone/>
              <a:defRPr sz="8202" b="1"/>
            </a:lvl1pPr>
            <a:lvl2pPr marL="1562435" indent="0">
              <a:buNone/>
              <a:defRPr sz="6835" b="1"/>
            </a:lvl2pPr>
            <a:lvl3pPr marL="3124871" indent="0">
              <a:buNone/>
              <a:defRPr sz="6151" b="1"/>
            </a:lvl3pPr>
            <a:lvl4pPr marL="4687306" indent="0">
              <a:buNone/>
              <a:defRPr sz="5468" b="1"/>
            </a:lvl4pPr>
            <a:lvl5pPr marL="6249741" indent="0">
              <a:buNone/>
              <a:defRPr sz="5468" b="1"/>
            </a:lvl5pPr>
            <a:lvl6pPr marL="7812176" indent="0">
              <a:buNone/>
              <a:defRPr sz="5468" b="1"/>
            </a:lvl6pPr>
            <a:lvl7pPr marL="9374612" indent="0">
              <a:buNone/>
              <a:defRPr sz="5468" b="1"/>
            </a:lvl7pPr>
            <a:lvl8pPr marL="10937047" indent="0">
              <a:buNone/>
              <a:defRPr sz="5468" b="1"/>
            </a:lvl8pPr>
            <a:lvl9pPr marL="12499482" indent="0">
              <a:buNone/>
              <a:defRPr sz="5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642759" y="8560746"/>
            <a:ext cx="21533852" cy="12591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42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0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00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8950" y="1562418"/>
            <a:ext cx="16336704" cy="5468461"/>
          </a:xfrm>
        </p:spPr>
        <p:txBody>
          <a:bodyPr anchor="b"/>
          <a:lstStyle>
            <a:lvl1pPr>
              <a:defRPr sz="10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33852" y="3374390"/>
            <a:ext cx="25642759" cy="16654937"/>
          </a:xfrm>
        </p:spPr>
        <p:txBody>
          <a:bodyPr/>
          <a:lstStyle>
            <a:lvl1pPr>
              <a:defRPr sz="10936"/>
            </a:lvl1pPr>
            <a:lvl2pPr>
              <a:defRPr sz="9569"/>
            </a:lvl2pPr>
            <a:lvl3pPr>
              <a:defRPr sz="8202"/>
            </a:lvl3pPr>
            <a:lvl4pPr>
              <a:defRPr sz="6835"/>
            </a:lvl4pPr>
            <a:lvl5pPr>
              <a:defRPr sz="6835"/>
            </a:lvl5pPr>
            <a:lvl6pPr>
              <a:defRPr sz="6835"/>
            </a:lvl6pPr>
            <a:lvl7pPr>
              <a:defRPr sz="6835"/>
            </a:lvl7pPr>
            <a:lvl8pPr>
              <a:defRPr sz="6835"/>
            </a:lvl8pPr>
            <a:lvl9pPr>
              <a:defRPr sz="68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88950" y="7030879"/>
            <a:ext cx="16336704" cy="13025573"/>
          </a:xfrm>
        </p:spPr>
        <p:txBody>
          <a:bodyPr/>
          <a:lstStyle>
            <a:lvl1pPr marL="0" indent="0">
              <a:buNone/>
              <a:defRPr sz="5468"/>
            </a:lvl1pPr>
            <a:lvl2pPr marL="1562435" indent="0">
              <a:buNone/>
              <a:defRPr sz="4784"/>
            </a:lvl2pPr>
            <a:lvl3pPr marL="3124871" indent="0">
              <a:buNone/>
              <a:defRPr sz="4101"/>
            </a:lvl3pPr>
            <a:lvl4pPr marL="4687306" indent="0">
              <a:buNone/>
              <a:defRPr sz="3417"/>
            </a:lvl4pPr>
            <a:lvl5pPr marL="6249741" indent="0">
              <a:buNone/>
              <a:defRPr sz="3417"/>
            </a:lvl5pPr>
            <a:lvl6pPr marL="7812176" indent="0">
              <a:buNone/>
              <a:defRPr sz="3417"/>
            </a:lvl6pPr>
            <a:lvl7pPr marL="9374612" indent="0">
              <a:buNone/>
              <a:defRPr sz="3417"/>
            </a:lvl7pPr>
            <a:lvl8pPr marL="10937047" indent="0">
              <a:buNone/>
              <a:defRPr sz="3417"/>
            </a:lvl8pPr>
            <a:lvl9pPr marL="12499482" indent="0">
              <a:buNone/>
              <a:defRPr sz="34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94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8950" y="1562418"/>
            <a:ext cx="16336704" cy="5468461"/>
          </a:xfrm>
        </p:spPr>
        <p:txBody>
          <a:bodyPr anchor="b"/>
          <a:lstStyle>
            <a:lvl1pPr>
              <a:defRPr sz="10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533852" y="3374390"/>
            <a:ext cx="25642759" cy="16654937"/>
          </a:xfrm>
        </p:spPr>
        <p:txBody>
          <a:bodyPr anchor="t"/>
          <a:lstStyle>
            <a:lvl1pPr marL="0" indent="0">
              <a:buNone/>
              <a:defRPr sz="10936"/>
            </a:lvl1pPr>
            <a:lvl2pPr marL="1562435" indent="0">
              <a:buNone/>
              <a:defRPr sz="9569"/>
            </a:lvl2pPr>
            <a:lvl3pPr marL="3124871" indent="0">
              <a:buNone/>
              <a:defRPr sz="8202"/>
            </a:lvl3pPr>
            <a:lvl4pPr marL="4687306" indent="0">
              <a:buNone/>
              <a:defRPr sz="6835"/>
            </a:lvl4pPr>
            <a:lvl5pPr marL="6249741" indent="0">
              <a:buNone/>
              <a:defRPr sz="6835"/>
            </a:lvl5pPr>
            <a:lvl6pPr marL="7812176" indent="0">
              <a:buNone/>
              <a:defRPr sz="6835"/>
            </a:lvl6pPr>
            <a:lvl7pPr marL="9374612" indent="0">
              <a:buNone/>
              <a:defRPr sz="6835"/>
            </a:lvl7pPr>
            <a:lvl8pPr marL="10937047" indent="0">
              <a:buNone/>
              <a:defRPr sz="6835"/>
            </a:lvl8pPr>
            <a:lvl9pPr marL="12499482" indent="0">
              <a:buNone/>
              <a:defRPr sz="68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88950" y="7030879"/>
            <a:ext cx="16336704" cy="13025573"/>
          </a:xfrm>
        </p:spPr>
        <p:txBody>
          <a:bodyPr/>
          <a:lstStyle>
            <a:lvl1pPr marL="0" indent="0">
              <a:buNone/>
              <a:defRPr sz="5468"/>
            </a:lvl1pPr>
            <a:lvl2pPr marL="1562435" indent="0">
              <a:buNone/>
              <a:defRPr sz="4784"/>
            </a:lvl2pPr>
            <a:lvl3pPr marL="3124871" indent="0">
              <a:buNone/>
              <a:defRPr sz="4101"/>
            </a:lvl3pPr>
            <a:lvl4pPr marL="4687306" indent="0">
              <a:buNone/>
              <a:defRPr sz="3417"/>
            </a:lvl4pPr>
            <a:lvl5pPr marL="6249741" indent="0">
              <a:buNone/>
              <a:defRPr sz="3417"/>
            </a:lvl5pPr>
            <a:lvl6pPr marL="7812176" indent="0">
              <a:buNone/>
              <a:defRPr sz="3417"/>
            </a:lvl6pPr>
            <a:lvl7pPr marL="9374612" indent="0">
              <a:buNone/>
              <a:defRPr sz="3417"/>
            </a:lvl7pPr>
            <a:lvl8pPr marL="10937047" indent="0">
              <a:buNone/>
              <a:defRPr sz="3417"/>
            </a:lvl8pPr>
            <a:lvl9pPr marL="12499482" indent="0">
              <a:buNone/>
              <a:defRPr sz="34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2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71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248097" y="1247764"/>
            <a:ext cx="10921916" cy="19861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350" y="1247764"/>
            <a:ext cx="32132593" cy="19861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75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2350" y="1247765"/>
            <a:ext cx="43687663" cy="4529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2350" y="6238820"/>
            <a:ext cx="43687663" cy="14870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2350" y="21721945"/>
            <a:ext cx="11396782" cy="124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8F60A-5570-48A0-BBAE-5C1508CC76D7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78595" y="21721945"/>
            <a:ext cx="17095173" cy="124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773231" y="21721945"/>
            <a:ext cx="11396782" cy="124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DEB66-3E6C-4CC3-8691-B9FF73A0F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20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124871" rtl="0" eaLnBrk="1" latinLnBrk="0" hangingPunct="1">
        <a:lnSpc>
          <a:spcPct val="90000"/>
        </a:lnSpc>
        <a:spcBef>
          <a:spcPct val="0"/>
        </a:spcBef>
        <a:buNone/>
        <a:defRPr sz="150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1218" indent="-781218" algn="l" defTabSz="3124871" rtl="0" eaLnBrk="1" latinLnBrk="0" hangingPunct="1">
        <a:lnSpc>
          <a:spcPct val="90000"/>
        </a:lnSpc>
        <a:spcBef>
          <a:spcPts val="3417"/>
        </a:spcBef>
        <a:buFont typeface="Arial" panose="020B0604020202020204" pitchFamily="34" charset="0"/>
        <a:buChar char="•"/>
        <a:defRPr sz="9569" kern="1200">
          <a:solidFill>
            <a:schemeClr val="tx1"/>
          </a:solidFill>
          <a:latin typeface="+mn-lt"/>
          <a:ea typeface="+mn-ea"/>
          <a:cs typeface="+mn-cs"/>
        </a:defRPr>
      </a:lvl1pPr>
      <a:lvl2pPr marL="2343653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8202" kern="1200">
          <a:solidFill>
            <a:schemeClr val="tx1"/>
          </a:solidFill>
          <a:latin typeface="+mn-lt"/>
          <a:ea typeface="+mn-ea"/>
          <a:cs typeface="+mn-cs"/>
        </a:defRPr>
      </a:lvl2pPr>
      <a:lvl3pPr marL="3906088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835" kern="1200">
          <a:solidFill>
            <a:schemeClr val="tx1"/>
          </a:solidFill>
          <a:latin typeface="+mn-lt"/>
          <a:ea typeface="+mn-ea"/>
          <a:cs typeface="+mn-cs"/>
        </a:defRPr>
      </a:lvl3pPr>
      <a:lvl4pPr marL="5468523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151" kern="1200">
          <a:solidFill>
            <a:schemeClr val="tx1"/>
          </a:solidFill>
          <a:latin typeface="+mn-lt"/>
          <a:ea typeface="+mn-ea"/>
          <a:cs typeface="+mn-cs"/>
        </a:defRPr>
      </a:lvl4pPr>
      <a:lvl5pPr marL="7030959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151" kern="1200">
          <a:solidFill>
            <a:schemeClr val="tx1"/>
          </a:solidFill>
          <a:latin typeface="+mn-lt"/>
          <a:ea typeface="+mn-ea"/>
          <a:cs typeface="+mn-cs"/>
        </a:defRPr>
      </a:lvl5pPr>
      <a:lvl6pPr marL="8593394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151" kern="1200">
          <a:solidFill>
            <a:schemeClr val="tx1"/>
          </a:solidFill>
          <a:latin typeface="+mn-lt"/>
          <a:ea typeface="+mn-ea"/>
          <a:cs typeface="+mn-cs"/>
        </a:defRPr>
      </a:lvl6pPr>
      <a:lvl7pPr marL="10155829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151" kern="1200">
          <a:solidFill>
            <a:schemeClr val="tx1"/>
          </a:solidFill>
          <a:latin typeface="+mn-lt"/>
          <a:ea typeface="+mn-ea"/>
          <a:cs typeface="+mn-cs"/>
        </a:defRPr>
      </a:lvl7pPr>
      <a:lvl8pPr marL="11718265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151" kern="1200">
          <a:solidFill>
            <a:schemeClr val="tx1"/>
          </a:solidFill>
          <a:latin typeface="+mn-lt"/>
          <a:ea typeface="+mn-ea"/>
          <a:cs typeface="+mn-cs"/>
        </a:defRPr>
      </a:lvl8pPr>
      <a:lvl9pPr marL="13280700" indent="-781218" algn="l" defTabSz="3124871" rtl="0" eaLnBrk="1" latinLnBrk="0" hangingPunct="1">
        <a:lnSpc>
          <a:spcPct val="90000"/>
        </a:lnSpc>
        <a:spcBef>
          <a:spcPts val="1709"/>
        </a:spcBef>
        <a:buFont typeface="Arial" panose="020B0604020202020204" pitchFamily="34" charset="0"/>
        <a:buChar char="•"/>
        <a:defRPr sz="61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1pPr>
      <a:lvl2pPr marL="1562435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2pPr>
      <a:lvl3pPr marL="3124871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3pPr>
      <a:lvl4pPr marL="4687306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4pPr>
      <a:lvl5pPr marL="6249741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5pPr>
      <a:lvl6pPr marL="7812176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6pPr>
      <a:lvl7pPr marL="9374612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7pPr>
      <a:lvl8pPr marL="10937047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8pPr>
      <a:lvl9pPr marL="12499482" algn="l" defTabSz="3124871" rtl="0" eaLnBrk="1" latinLnBrk="0" hangingPunct="1">
        <a:defRPr sz="61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146BF0-4DC9-D3B5-347A-3487998C65AA}"/>
              </a:ext>
            </a:extLst>
          </p:cNvPr>
          <p:cNvGrpSpPr/>
          <p:nvPr/>
        </p:nvGrpSpPr>
        <p:grpSpPr>
          <a:xfrm>
            <a:off x="34691719" y="5240257"/>
            <a:ext cx="5066913" cy="4647303"/>
            <a:chOff x="17314879" y="3018764"/>
            <a:chExt cx="5066913" cy="464730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1F65BDE-C9E7-78EE-22F1-EBB7333F1E8A}"/>
                </a:ext>
              </a:extLst>
            </p:cNvPr>
            <p:cNvCxnSpPr>
              <a:cxnSpLocks/>
              <a:stCxn id="11" idx="2"/>
              <a:endCxn id="7" idx="2"/>
            </p:cNvCxnSpPr>
            <p:nvPr/>
          </p:nvCxnSpPr>
          <p:spPr>
            <a:xfrm>
              <a:off x="18422307" y="5779294"/>
              <a:ext cx="28520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3F15AE1-DEB6-51B3-0217-15DB30FD1658}"/>
                </a:ext>
              </a:extLst>
            </p:cNvPr>
            <p:cNvGrpSpPr/>
            <p:nvPr/>
          </p:nvGrpSpPr>
          <p:grpSpPr>
            <a:xfrm>
              <a:off x="18422308" y="5779294"/>
              <a:ext cx="2852059" cy="1886773"/>
              <a:chOff x="18422308" y="5779294"/>
              <a:chExt cx="2852059" cy="188677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A85AD02-1079-9EEB-985C-BAEEA4A8368E}"/>
                  </a:ext>
                </a:extLst>
              </p:cNvPr>
              <p:cNvGrpSpPr/>
              <p:nvPr/>
            </p:nvGrpSpPr>
            <p:grpSpPr>
              <a:xfrm>
                <a:off x="18422308" y="6369610"/>
                <a:ext cx="2852059" cy="1296457"/>
                <a:chOff x="5442854" y="2601686"/>
                <a:chExt cx="2852059" cy="1296457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BCA8A29-8AF2-1DE5-8572-26AC6D17D190}"/>
                    </a:ext>
                  </a:extLst>
                </p:cNvPr>
                <p:cNvSpPr txBox="1"/>
                <p:nvPr/>
              </p:nvSpPr>
              <p:spPr>
                <a:xfrm>
                  <a:off x="5442856" y="2601686"/>
                  <a:ext cx="2852057" cy="3693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noProof="1"/>
                    <a:t>GameContext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3FF9922-D00B-493F-03B9-E1EE23BFE625}"/>
                    </a:ext>
                  </a:extLst>
                </p:cNvPr>
                <p:cNvSpPr txBox="1"/>
                <p:nvPr/>
              </p:nvSpPr>
              <p:spPr>
                <a:xfrm>
                  <a:off x="5442855" y="2971018"/>
                  <a:ext cx="2852057" cy="64633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- progress : GameProgress</a:t>
                  </a:r>
                </a:p>
                <a:p>
                  <a:r>
                    <a:rPr lang="en-US" sz="1200" noProof="1"/>
                    <a:t>- state : GameState</a:t>
                  </a:r>
                </a:p>
                <a:p>
                  <a:r>
                    <a:rPr lang="en-US" sz="1200" noProof="1"/>
                    <a:t>- lanes : AllLanes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E20B9F1-9541-9590-8811-6A96ACF1AAC0}"/>
                    </a:ext>
                  </a:extLst>
                </p:cNvPr>
                <p:cNvSpPr txBox="1"/>
                <p:nvPr/>
              </p:nvSpPr>
              <p:spPr>
                <a:xfrm>
                  <a:off x="5442854" y="3621144"/>
                  <a:ext cx="2852057" cy="27699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request(context : GameContext) : void</a:t>
                  </a:r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800403C-A65F-A2D8-575B-008F282AD2E5}"/>
                  </a:ext>
                </a:extLst>
              </p:cNvPr>
              <p:cNvCxnSpPr>
                <a:cxnSpLocks/>
                <a:endCxn id="17" idx="0"/>
              </p:cNvCxnSpPr>
              <p:nvPr/>
            </p:nvCxnSpPr>
            <p:spPr>
              <a:xfrm>
                <a:off x="19848339" y="5779294"/>
                <a:ext cx="0" cy="5903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9AA7FBC-A135-71EB-E7B8-5EE26480005A}"/>
                </a:ext>
              </a:extLst>
            </p:cNvPr>
            <p:cNvGrpSpPr/>
            <p:nvPr/>
          </p:nvGrpSpPr>
          <p:grpSpPr>
            <a:xfrm>
              <a:off x="17314879" y="3102171"/>
              <a:ext cx="2214856" cy="2677123"/>
              <a:chOff x="17314879" y="3102171"/>
              <a:chExt cx="2214856" cy="2677123"/>
            </a:xfrm>
          </p:grpSpPr>
          <p:sp>
            <p:nvSpPr>
              <p:cNvPr id="11" name="Arrow: Up 10">
                <a:extLst>
                  <a:ext uri="{FF2B5EF4-FFF2-40B4-BE49-F238E27FC236}">
                    <a16:creationId xmlns:a16="http://schemas.microsoft.com/office/drawing/2014/main" id="{7AF73B6F-1C3A-B588-29F2-86DEBF710B25}"/>
                  </a:ext>
                </a:extLst>
              </p:cNvPr>
              <p:cNvSpPr/>
              <p:nvPr/>
            </p:nvSpPr>
            <p:spPr>
              <a:xfrm>
                <a:off x="18215926" y="4311427"/>
                <a:ext cx="412762" cy="1467867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6A231C3-C894-071D-4610-7683155A2467}"/>
                  </a:ext>
                </a:extLst>
              </p:cNvPr>
              <p:cNvGrpSpPr/>
              <p:nvPr/>
            </p:nvGrpSpPr>
            <p:grpSpPr>
              <a:xfrm>
                <a:off x="17314879" y="3102171"/>
                <a:ext cx="2214856" cy="1209255"/>
                <a:chOff x="5442853" y="2316798"/>
                <a:chExt cx="2852058" cy="1197677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501C95E-98BB-FEDE-26DF-FB32D9691136}"/>
                    </a:ext>
                  </a:extLst>
                </p:cNvPr>
                <p:cNvSpPr txBox="1"/>
                <p:nvPr/>
              </p:nvSpPr>
              <p:spPr>
                <a:xfrm>
                  <a:off x="5442853" y="2316798"/>
                  <a:ext cx="2852057" cy="92333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noProof="1"/>
                    <a:t>«interface»</a:t>
                  </a:r>
                </a:p>
                <a:p>
                  <a:pPr algn="ctr"/>
                  <a:r>
                    <a:rPr lang="en-US" noProof="1"/>
                    <a:t>GameLevelStrategyContext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E810B8-6CAF-D245-9F77-8CE0E8F69A0F}"/>
                    </a:ext>
                  </a:extLst>
                </p:cNvPr>
                <p:cNvSpPr txBox="1"/>
                <p:nvPr/>
              </p:nvSpPr>
              <p:spPr>
                <a:xfrm>
                  <a:off x="5442854" y="3240128"/>
                  <a:ext cx="2852057" cy="27434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getLanes() : AllLanes</a:t>
                  </a: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5D1B497-D8CF-579E-BC7F-9478DE80F785}"/>
                </a:ext>
              </a:extLst>
            </p:cNvPr>
            <p:cNvGrpSpPr/>
            <p:nvPr/>
          </p:nvGrpSpPr>
          <p:grpSpPr>
            <a:xfrm>
              <a:off x="20166937" y="3018764"/>
              <a:ext cx="2214855" cy="2760530"/>
              <a:chOff x="20166937" y="3018764"/>
              <a:chExt cx="2214855" cy="2760530"/>
            </a:xfrm>
          </p:grpSpPr>
          <p:sp>
            <p:nvSpPr>
              <p:cNvPr id="7" name="Arrow: Up 6">
                <a:extLst>
                  <a:ext uri="{FF2B5EF4-FFF2-40B4-BE49-F238E27FC236}">
                    <a16:creationId xmlns:a16="http://schemas.microsoft.com/office/drawing/2014/main" id="{5CB18EDD-815B-657A-798E-55A12ED719D8}"/>
                  </a:ext>
                </a:extLst>
              </p:cNvPr>
              <p:cNvSpPr/>
              <p:nvPr/>
            </p:nvSpPr>
            <p:spPr>
              <a:xfrm>
                <a:off x="21067984" y="4311427"/>
                <a:ext cx="412762" cy="1467867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1155A0C-8D3B-2D42-C9EF-A88343A2A0ED}"/>
                  </a:ext>
                </a:extLst>
              </p:cNvPr>
              <p:cNvGrpSpPr/>
              <p:nvPr/>
            </p:nvGrpSpPr>
            <p:grpSpPr>
              <a:xfrm>
                <a:off x="20166937" y="3018764"/>
                <a:ext cx="2214855" cy="1292662"/>
                <a:chOff x="5442854" y="2316798"/>
                <a:chExt cx="2852057" cy="1280286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2004510-E41A-E897-890F-E012C9AFD6CE}"/>
                    </a:ext>
                  </a:extLst>
                </p:cNvPr>
                <p:cNvSpPr txBox="1"/>
                <p:nvPr/>
              </p:nvSpPr>
              <p:spPr>
                <a:xfrm>
                  <a:off x="5442854" y="2316798"/>
                  <a:ext cx="2852057" cy="64014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noProof="1"/>
                    <a:t>«interface»</a:t>
                  </a:r>
                </a:p>
                <a:p>
                  <a:pPr algn="ctr"/>
                  <a:r>
                    <a:rPr lang="en-US" noProof="1"/>
                    <a:t>GameStatesContext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C7434D7-6E71-8BD6-B3C3-5636BC957715}"/>
                    </a:ext>
                  </a:extLst>
                </p:cNvPr>
                <p:cNvSpPr txBox="1"/>
                <p:nvPr/>
              </p:nvSpPr>
              <p:spPr>
                <a:xfrm>
                  <a:off x="5442854" y="2956941"/>
                  <a:ext cx="2852057" cy="64014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getFrame() : MainFrame</a:t>
                  </a:r>
                </a:p>
                <a:p>
                  <a:r>
                    <a:rPr lang="en-US" sz="1200" noProof="1"/>
                    <a:t>+ setLanes(lanes : AllLanes) : void</a:t>
                  </a:r>
                </a:p>
              </p:txBody>
            </p:sp>
          </p:grp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9E8704-5B0E-43D8-1E90-95F4E51F286B}"/>
              </a:ext>
            </a:extLst>
          </p:cNvPr>
          <p:cNvGrpSpPr/>
          <p:nvPr/>
        </p:nvGrpSpPr>
        <p:grpSpPr>
          <a:xfrm>
            <a:off x="28167879" y="8263608"/>
            <a:ext cx="6402640" cy="2297012"/>
            <a:chOff x="11997066" y="6046444"/>
            <a:chExt cx="6402640" cy="229701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17E77D9-C750-8FF6-656B-F947C7BEF263}"/>
                </a:ext>
              </a:extLst>
            </p:cNvPr>
            <p:cNvSpPr txBox="1"/>
            <p:nvPr/>
          </p:nvSpPr>
          <p:spPr>
            <a:xfrm>
              <a:off x="14005417" y="6046444"/>
              <a:ext cx="2214855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1"/>
                <a:t>«interface»</a:t>
              </a:r>
            </a:p>
            <a:p>
              <a:pPr algn="ctr"/>
              <a:r>
                <a:rPr lang="en-US" noProof="1"/>
                <a:t>LevelStrategy</a:t>
              </a:r>
            </a:p>
          </p:txBody>
        </p:sp>
        <p:sp>
          <p:nvSpPr>
            <p:cNvPr id="22" name="Arrow: Up 21">
              <a:extLst>
                <a:ext uri="{FF2B5EF4-FFF2-40B4-BE49-F238E27FC236}">
                  <a16:creationId xmlns:a16="http://schemas.microsoft.com/office/drawing/2014/main" id="{8E85E60A-FDC2-0A8A-7EF9-61B5CFE12751}"/>
                </a:ext>
              </a:extLst>
            </p:cNvPr>
            <p:cNvSpPr/>
            <p:nvPr/>
          </p:nvSpPr>
          <p:spPr>
            <a:xfrm>
              <a:off x="14910891" y="6692776"/>
              <a:ext cx="403906" cy="600164"/>
            </a:xfrm>
            <a:prstGeom prst="upArrow">
              <a:avLst>
                <a:gd name="adj1" fmla="val 0"/>
                <a:gd name="adj2" fmla="val 74771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46C43C3-D86A-09BE-BCA4-A7C4AD235811}"/>
                </a:ext>
              </a:extLst>
            </p:cNvPr>
            <p:cNvCxnSpPr>
              <a:cxnSpLocks/>
            </p:cNvCxnSpPr>
            <p:nvPr/>
          </p:nvCxnSpPr>
          <p:spPr>
            <a:xfrm>
              <a:off x="12521109" y="7292940"/>
              <a:ext cx="51834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1C39797-C634-5CE1-A64E-FF5C54DFDE06}"/>
                </a:ext>
              </a:extLst>
            </p:cNvPr>
            <p:cNvGrpSpPr/>
            <p:nvPr/>
          </p:nvGrpSpPr>
          <p:grpSpPr>
            <a:xfrm>
              <a:off x="11997066" y="7292940"/>
              <a:ext cx="1158358" cy="1050516"/>
              <a:chOff x="11997066" y="7292940"/>
              <a:chExt cx="1158358" cy="1050516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15A2754-438C-AA29-DAE8-F761D33A66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27434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2FAAFD-8126-949D-1DEF-9C7C8E2462F8}"/>
                  </a:ext>
                </a:extLst>
              </p:cNvPr>
              <p:cNvSpPr txBox="1"/>
              <p:nvPr/>
            </p:nvSpPr>
            <p:spPr>
              <a:xfrm>
                <a:off x="11997066" y="7697125"/>
                <a:ext cx="1158358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LevelOneStrategy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B75F7EA-4924-220E-2B9B-5CAFD35C5F56}"/>
                </a:ext>
              </a:extLst>
            </p:cNvPr>
            <p:cNvGrpSpPr/>
            <p:nvPr/>
          </p:nvGrpSpPr>
          <p:grpSpPr>
            <a:xfrm>
              <a:off x="13546300" y="7292940"/>
              <a:ext cx="1158358" cy="1050516"/>
              <a:chOff x="13546300" y="7292940"/>
              <a:chExt cx="1158358" cy="1050516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44C0C8C-5C6E-28C1-A23D-20FD5B585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54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2767BC-1FA8-A9D9-EEE1-B9639E100135}"/>
                  </a:ext>
                </a:extLst>
              </p:cNvPr>
              <p:cNvSpPr txBox="1"/>
              <p:nvPr/>
            </p:nvSpPr>
            <p:spPr>
              <a:xfrm>
                <a:off x="13546300" y="7697125"/>
                <a:ext cx="1158358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LevelTwoStrategy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2D381C0-821A-905B-AC2C-B75B1D738E94}"/>
                </a:ext>
              </a:extLst>
            </p:cNvPr>
            <p:cNvGrpSpPr/>
            <p:nvPr/>
          </p:nvGrpSpPr>
          <p:grpSpPr>
            <a:xfrm>
              <a:off x="15283837" y="7292939"/>
              <a:ext cx="1333187" cy="1050517"/>
              <a:chOff x="15283837" y="7292939"/>
              <a:chExt cx="1333187" cy="105051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4A6D86E-DF9F-7C59-279D-5D49B9362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34876" y="7292939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2B51299-3C5A-1600-7C37-B52331B2E6BA}"/>
                  </a:ext>
                </a:extLst>
              </p:cNvPr>
              <p:cNvSpPr txBox="1"/>
              <p:nvPr/>
            </p:nvSpPr>
            <p:spPr>
              <a:xfrm>
                <a:off x="15283837" y="7697125"/>
                <a:ext cx="1333187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LevelThreeStrategy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31E2841-B868-F464-B1E6-756B2D588D96}"/>
                </a:ext>
              </a:extLst>
            </p:cNvPr>
            <p:cNvGrpSpPr/>
            <p:nvPr/>
          </p:nvGrpSpPr>
          <p:grpSpPr>
            <a:xfrm>
              <a:off x="17009452" y="7292940"/>
              <a:ext cx="1390254" cy="1050516"/>
              <a:chOff x="17009452" y="7292940"/>
              <a:chExt cx="1390254" cy="1050516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9DB8A1E-8BC6-069C-F19F-F6D6075D9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45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49AFCFF-EF91-46A1-5C97-01C3FA8C7D9C}"/>
                  </a:ext>
                </a:extLst>
              </p:cNvPr>
              <p:cNvSpPr txBox="1"/>
              <p:nvPr/>
            </p:nvSpPr>
            <p:spPr>
              <a:xfrm>
                <a:off x="17009452" y="7697125"/>
                <a:ext cx="1390254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LevelHigherStrategy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E9C76EE-55CC-5DB1-3D5A-DA52245F450F}"/>
              </a:ext>
            </a:extLst>
          </p:cNvPr>
          <p:cNvGrpSpPr/>
          <p:nvPr/>
        </p:nvGrpSpPr>
        <p:grpSpPr>
          <a:xfrm>
            <a:off x="22782617" y="5320572"/>
            <a:ext cx="5066912" cy="5197506"/>
            <a:chOff x="17314879" y="3388096"/>
            <a:chExt cx="5066912" cy="519750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5186B31-7F11-B272-2ABE-CFE97C69DF5B}"/>
                </a:ext>
              </a:extLst>
            </p:cNvPr>
            <p:cNvCxnSpPr>
              <a:cxnSpLocks/>
              <a:stCxn id="43" idx="2"/>
              <a:endCxn id="41" idx="2"/>
            </p:cNvCxnSpPr>
            <p:nvPr/>
          </p:nvCxnSpPr>
          <p:spPr>
            <a:xfrm>
              <a:off x="18422307" y="5779294"/>
              <a:ext cx="28520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CCE0EC-FE80-C6CE-3BE4-8D3D79C42F9A}"/>
                </a:ext>
              </a:extLst>
            </p:cNvPr>
            <p:cNvGrpSpPr/>
            <p:nvPr/>
          </p:nvGrpSpPr>
          <p:grpSpPr>
            <a:xfrm>
              <a:off x="18422306" y="5779294"/>
              <a:ext cx="2852061" cy="2806308"/>
              <a:chOff x="18422306" y="5779294"/>
              <a:chExt cx="2852061" cy="280630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7BF5CE0-B3DB-8983-9AA8-CC3AF60BEDC7}"/>
                  </a:ext>
                </a:extLst>
              </p:cNvPr>
              <p:cNvGrpSpPr/>
              <p:nvPr/>
            </p:nvGrpSpPr>
            <p:grpSpPr>
              <a:xfrm>
                <a:off x="18422306" y="6369610"/>
                <a:ext cx="2852061" cy="2215992"/>
                <a:chOff x="5442852" y="2601686"/>
                <a:chExt cx="2852061" cy="2215992"/>
              </a:xfrm>
            </p:grpSpPr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9600A21-9789-685B-B98B-55EC28025A6B}"/>
                    </a:ext>
                  </a:extLst>
                </p:cNvPr>
                <p:cNvSpPr txBox="1"/>
                <p:nvPr/>
              </p:nvSpPr>
              <p:spPr>
                <a:xfrm>
                  <a:off x="5442856" y="2601686"/>
                  <a:ext cx="2852057" cy="3693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noProof="1"/>
                    <a:t>LevelContext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981F38F-E724-49DD-E0FF-F90E32401518}"/>
                    </a:ext>
                  </a:extLst>
                </p:cNvPr>
                <p:cNvSpPr txBox="1"/>
                <p:nvPr/>
              </p:nvSpPr>
              <p:spPr>
                <a:xfrm>
                  <a:off x="5442855" y="2971018"/>
                  <a:ext cx="2852057" cy="120032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- strategy : LevelStrategy</a:t>
                  </a:r>
                </a:p>
                <a:p>
                  <a:r>
                    <a:rPr lang="en-US" sz="1200" noProof="1"/>
                    <a:t>- travelTime : int</a:t>
                  </a:r>
                </a:p>
                <a:p>
                  <a:r>
                    <a:rPr lang="en-US" sz="1200" noProof="1"/>
                    <a:t>- currentLevel : int</a:t>
                  </a:r>
                </a:p>
                <a:p>
                  <a:r>
                    <a:rPr lang="en-US" sz="1200" noProof="1"/>
                    <a:t>- possibleProducts : List&lt;Integer&gt;</a:t>
                  </a:r>
                </a:p>
                <a:p>
                  <a:r>
                    <a:rPr lang="en-US" sz="1200" noProof="1"/>
                    <a:t>…</a:t>
                  </a:r>
                </a:p>
                <a:p>
                  <a:r>
                    <a:rPr lang="en-US" sz="1200" noProof="1"/>
                    <a:t>- scoreMultiplier : int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B182AFD-5577-2745-F054-5E15B542782C}"/>
                    </a:ext>
                  </a:extLst>
                </p:cNvPr>
                <p:cNvSpPr txBox="1"/>
                <p:nvPr/>
              </p:nvSpPr>
              <p:spPr>
                <a:xfrm>
                  <a:off x="5442852" y="4171347"/>
                  <a:ext cx="2852057" cy="64633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onLevelChanged(event : LevelChangedEvent) : void {publisher, subscriber}</a:t>
                  </a:r>
                </a:p>
              </p:txBody>
            </p:sp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64A7262-7F0F-0457-56BF-6425879C06F8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>
                <a:off x="19848339" y="5779294"/>
                <a:ext cx="0" cy="5903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16AF46D-D603-516F-896E-1158DD5FF3D1}"/>
                </a:ext>
              </a:extLst>
            </p:cNvPr>
            <p:cNvGrpSpPr/>
            <p:nvPr/>
          </p:nvGrpSpPr>
          <p:grpSpPr>
            <a:xfrm>
              <a:off x="17314879" y="3388096"/>
              <a:ext cx="2214855" cy="2391198"/>
              <a:chOff x="17314879" y="3388096"/>
              <a:chExt cx="2214855" cy="2391198"/>
            </a:xfrm>
          </p:grpSpPr>
          <p:sp>
            <p:nvSpPr>
              <p:cNvPr id="43" name="Arrow: Up 42">
                <a:extLst>
                  <a:ext uri="{FF2B5EF4-FFF2-40B4-BE49-F238E27FC236}">
                    <a16:creationId xmlns:a16="http://schemas.microsoft.com/office/drawing/2014/main" id="{2149DA69-8BD0-982F-75C2-DF45F124DFF7}"/>
                  </a:ext>
                </a:extLst>
              </p:cNvPr>
              <p:cNvSpPr/>
              <p:nvPr/>
            </p:nvSpPr>
            <p:spPr>
              <a:xfrm>
                <a:off x="18215926" y="4311427"/>
                <a:ext cx="412762" cy="1467867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CD5664E-E098-02FF-7902-DA2EE61D6535}"/>
                  </a:ext>
                </a:extLst>
              </p:cNvPr>
              <p:cNvSpPr txBox="1"/>
              <p:nvPr/>
            </p:nvSpPr>
            <p:spPr>
              <a:xfrm>
                <a:off x="17314879" y="3388096"/>
                <a:ext cx="2214855" cy="9233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«interface»</a:t>
                </a:r>
              </a:p>
              <a:p>
                <a:pPr algn="ctr"/>
                <a:r>
                  <a:rPr lang="en-US" noProof="1"/>
                  <a:t>LevelBlockCreator</a:t>
                </a:r>
              </a:p>
              <a:p>
                <a:pPr algn="ctr"/>
                <a:r>
                  <a:rPr lang="en-US" noProof="1"/>
                  <a:t>Context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1B25B0F-6DF0-1007-64CC-F58F582F071C}"/>
                </a:ext>
              </a:extLst>
            </p:cNvPr>
            <p:cNvGrpSpPr/>
            <p:nvPr/>
          </p:nvGrpSpPr>
          <p:grpSpPr>
            <a:xfrm>
              <a:off x="20166936" y="3388096"/>
              <a:ext cx="2214855" cy="2391198"/>
              <a:chOff x="20166936" y="3388096"/>
              <a:chExt cx="2214855" cy="2391198"/>
            </a:xfrm>
          </p:grpSpPr>
          <p:sp>
            <p:nvSpPr>
              <p:cNvPr id="41" name="Arrow: Up 40">
                <a:extLst>
                  <a:ext uri="{FF2B5EF4-FFF2-40B4-BE49-F238E27FC236}">
                    <a16:creationId xmlns:a16="http://schemas.microsoft.com/office/drawing/2014/main" id="{1D931F93-60BD-FB05-F85C-33BF18EF9845}"/>
                  </a:ext>
                </a:extLst>
              </p:cNvPr>
              <p:cNvSpPr/>
              <p:nvPr/>
            </p:nvSpPr>
            <p:spPr>
              <a:xfrm>
                <a:off x="21067984" y="4311427"/>
                <a:ext cx="412762" cy="1467867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81A52C5-A549-3C1F-100E-4C9BF4C366F7}"/>
                  </a:ext>
                </a:extLst>
              </p:cNvPr>
              <p:cNvSpPr txBox="1"/>
              <p:nvPr/>
            </p:nvSpPr>
            <p:spPr>
              <a:xfrm>
                <a:off x="20166936" y="3388096"/>
                <a:ext cx="2214855" cy="9233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«interface»</a:t>
                </a:r>
              </a:p>
              <a:p>
                <a:pPr algn="ctr"/>
                <a:r>
                  <a:rPr lang="en-US" noProof="1"/>
                  <a:t>LevelStrategy</a:t>
                </a:r>
              </a:p>
              <a:p>
                <a:pPr algn="ctr"/>
                <a:r>
                  <a:rPr lang="en-US" noProof="1"/>
                  <a:t>Context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1CA212D-EF6D-8505-E4AE-782A23034A5E}"/>
              </a:ext>
            </a:extLst>
          </p:cNvPr>
          <p:cNvGrpSpPr/>
          <p:nvPr/>
        </p:nvGrpSpPr>
        <p:grpSpPr>
          <a:xfrm>
            <a:off x="16346081" y="5457613"/>
            <a:ext cx="6291846" cy="3346287"/>
            <a:chOff x="9563774" y="8026620"/>
            <a:chExt cx="6291846" cy="334628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4D84F5-238F-5A31-F43D-98F742A73494}"/>
                </a:ext>
              </a:extLst>
            </p:cNvPr>
            <p:cNvCxnSpPr>
              <a:cxnSpLocks/>
            </p:cNvCxnSpPr>
            <p:nvPr/>
          </p:nvCxnSpPr>
          <p:spPr>
            <a:xfrm>
              <a:off x="10087818" y="9757079"/>
              <a:ext cx="51834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65DC084-553B-DB91-560C-BEBA158DB32E}"/>
                </a:ext>
              </a:extLst>
            </p:cNvPr>
            <p:cNvGrpSpPr/>
            <p:nvPr/>
          </p:nvGrpSpPr>
          <p:grpSpPr>
            <a:xfrm>
              <a:off x="9563774" y="9757079"/>
              <a:ext cx="1232333" cy="1604514"/>
              <a:chOff x="11997065" y="7292940"/>
              <a:chExt cx="1232333" cy="1604514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BB0B144-D559-CBFA-CA9B-B1708646A3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27434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B86398F-2FDE-71A2-9111-BB3DE69F32C6}"/>
                  </a:ext>
                </a:extLst>
              </p:cNvPr>
              <p:cNvSpPr txBox="1"/>
              <p:nvPr/>
            </p:nvSpPr>
            <p:spPr>
              <a:xfrm>
                <a:off x="11997065" y="7697125"/>
                <a:ext cx="1232333" cy="120032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Product</a:t>
                </a:r>
              </a:p>
              <a:p>
                <a:pPr algn="ctr"/>
                <a:r>
                  <a:rPr lang="en-US" noProof="1"/>
                  <a:t>Lane</a:t>
                </a:r>
              </a:p>
              <a:p>
                <a:pPr algn="ctr"/>
                <a:r>
                  <a:rPr lang="en-US" noProof="1"/>
                  <a:t>Block</a:t>
                </a:r>
              </a:p>
              <a:p>
                <a:pPr algn="ctr"/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A710C92-0F4E-8E46-EF3E-D5C2929B634A}"/>
                </a:ext>
              </a:extLst>
            </p:cNvPr>
            <p:cNvGrpSpPr/>
            <p:nvPr/>
          </p:nvGrpSpPr>
          <p:grpSpPr>
            <a:xfrm>
              <a:off x="11113009" y="9757079"/>
              <a:ext cx="1158358" cy="1604514"/>
              <a:chOff x="13546300" y="7292940"/>
              <a:chExt cx="1158358" cy="1604514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8D42379-77E9-C5A2-F3A6-A21C89507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54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A792DB4-478C-0CD0-6CFF-1828DAC43692}"/>
                  </a:ext>
                </a:extLst>
              </p:cNvPr>
              <p:cNvSpPr txBox="1"/>
              <p:nvPr/>
            </p:nvSpPr>
            <p:spPr>
              <a:xfrm>
                <a:off x="13546300" y="7697125"/>
                <a:ext cx="1158358" cy="120032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Quotient</a:t>
                </a:r>
              </a:p>
              <a:p>
                <a:pPr algn="ctr"/>
                <a:r>
                  <a:rPr lang="en-US" noProof="1"/>
                  <a:t>Lane</a:t>
                </a:r>
              </a:p>
              <a:p>
                <a:pPr algn="ctr"/>
                <a:r>
                  <a:rPr lang="en-US" noProof="1"/>
                  <a:t>Block</a:t>
                </a:r>
              </a:p>
              <a:p>
                <a:pPr algn="ctr"/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3C65387-DD23-B32A-ECD4-BAA88D8995D2}"/>
                </a:ext>
              </a:extLst>
            </p:cNvPr>
            <p:cNvGrpSpPr/>
            <p:nvPr/>
          </p:nvGrpSpPr>
          <p:grpSpPr>
            <a:xfrm>
              <a:off x="12850546" y="9757078"/>
              <a:ext cx="1333187" cy="1604515"/>
              <a:chOff x="15283837" y="7292939"/>
              <a:chExt cx="1333187" cy="1604515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E85DFB5-49D1-4FF7-5320-5461D41E74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34876" y="7292939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0457179-68CB-91AE-0034-52271F13F233}"/>
                  </a:ext>
                </a:extLst>
              </p:cNvPr>
              <p:cNvSpPr txBox="1"/>
              <p:nvPr/>
            </p:nvSpPr>
            <p:spPr>
              <a:xfrm>
                <a:off x="15283837" y="7697125"/>
                <a:ext cx="1333187" cy="120032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Difference</a:t>
                </a:r>
              </a:p>
              <a:p>
                <a:pPr algn="ctr"/>
                <a:r>
                  <a:rPr lang="en-US" noProof="1"/>
                  <a:t>Lane</a:t>
                </a:r>
              </a:p>
              <a:p>
                <a:pPr algn="ctr"/>
                <a:r>
                  <a:rPr lang="en-US" noProof="1"/>
                  <a:t>Block</a:t>
                </a:r>
                <a:br>
                  <a:rPr lang="en-US" noProof="1"/>
                </a:br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060135E-A83D-CACF-9578-6F5C3A57C238}"/>
                </a:ext>
              </a:extLst>
            </p:cNvPr>
            <p:cNvGrpSpPr/>
            <p:nvPr/>
          </p:nvGrpSpPr>
          <p:grpSpPr>
            <a:xfrm>
              <a:off x="14686956" y="9757079"/>
              <a:ext cx="1168664" cy="1615828"/>
              <a:chOff x="17120247" y="7292940"/>
              <a:chExt cx="1168664" cy="1615828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F2D1EDC-BFDC-C6EE-0DF4-6F2FE8F9E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45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6F16BA9-A586-F36D-A8D5-D18E16BADC04}"/>
                  </a:ext>
                </a:extLst>
              </p:cNvPr>
              <p:cNvSpPr txBox="1"/>
              <p:nvPr/>
            </p:nvSpPr>
            <p:spPr>
              <a:xfrm>
                <a:off x="17120247" y="7708439"/>
                <a:ext cx="1168664" cy="120032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Sum</a:t>
                </a:r>
              </a:p>
              <a:p>
                <a:pPr algn="ctr"/>
                <a:r>
                  <a:rPr lang="en-US" noProof="1"/>
                  <a:t>Lane</a:t>
                </a:r>
              </a:p>
              <a:p>
                <a:pPr algn="ctr"/>
                <a:r>
                  <a:rPr lang="en-US" noProof="1"/>
                  <a:t>Block</a:t>
                </a:r>
                <a:br>
                  <a:rPr lang="en-US" noProof="1"/>
                </a:br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C1F7090-474F-39BF-FECD-CBD52A10891D}"/>
                </a:ext>
              </a:extLst>
            </p:cNvPr>
            <p:cNvGrpSpPr/>
            <p:nvPr/>
          </p:nvGrpSpPr>
          <p:grpSpPr>
            <a:xfrm>
              <a:off x="11401753" y="8026620"/>
              <a:ext cx="2524340" cy="1730459"/>
              <a:chOff x="11401753" y="8026620"/>
              <a:chExt cx="2524340" cy="1730459"/>
            </a:xfrm>
          </p:grpSpPr>
          <p:sp>
            <p:nvSpPr>
              <p:cNvPr id="57" name="Arrow: Up 56">
                <a:extLst>
                  <a:ext uri="{FF2B5EF4-FFF2-40B4-BE49-F238E27FC236}">
                    <a16:creationId xmlns:a16="http://schemas.microsoft.com/office/drawing/2014/main" id="{5348FBB7-E5E5-D893-BD85-7D931EAD32D1}"/>
                  </a:ext>
                </a:extLst>
              </p:cNvPr>
              <p:cNvSpPr/>
              <p:nvPr/>
            </p:nvSpPr>
            <p:spPr>
              <a:xfrm>
                <a:off x="12477600" y="9156915"/>
                <a:ext cx="403906" cy="600164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4BFD9D2-9EC4-F0BE-E69C-0CA400438660}"/>
                  </a:ext>
                </a:extLst>
              </p:cNvPr>
              <p:cNvGrpSpPr/>
              <p:nvPr/>
            </p:nvGrpSpPr>
            <p:grpSpPr>
              <a:xfrm>
                <a:off x="11401753" y="8026620"/>
                <a:ext cx="2524340" cy="1107472"/>
                <a:chOff x="11401753" y="8033764"/>
                <a:chExt cx="2524340" cy="1107472"/>
              </a:xfrm>
            </p:grpSpPr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36FB295-1F8A-5C36-6DE4-21F4F03D19CB}"/>
                    </a:ext>
                  </a:extLst>
                </p:cNvPr>
                <p:cNvSpPr txBox="1"/>
                <p:nvPr/>
              </p:nvSpPr>
              <p:spPr>
                <a:xfrm>
                  <a:off x="11401753" y="8033764"/>
                  <a:ext cx="2524340" cy="64633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noProof="1"/>
                    <a:t>«interface»</a:t>
                  </a:r>
                </a:p>
                <a:p>
                  <a:pPr algn="ctr"/>
                  <a:r>
                    <a:rPr lang="en-US" noProof="1"/>
                    <a:t>BlockCreatorStrategy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F92DE50-51D4-CE44-AE56-CBAEF03A309D}"/>
                    </a:ext>
                  </a:extLst>
                </p:cNvPr>
                <p:cNvSpPr txBox="1"/>
                <p:nvPr/>
              </p:nvSpPr>
              <p:spPr>
                <a:xfrm>
                  <a:off x="11401753" y="8679571"/>
                  <a:ext cx="2524340" cy="46166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createBlock(context : LevelBlockCreatorContext) : Block</a:t>
                  </a:r>
                </a:p>
              </p:txBody>
            </p:sp>
          </p:grp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B06E3AB-1DB8-ED55-E489-57B0F0EEF345}"/>
              </a:ext>
            </a:extLst>
          </p:cNvPr>
          <p:cNvGrpSpPr/>
          <p:nvPr/>
        </p:nvGrpSpPr>
        <p:grpSpPr>
          <a:xfrm>
            <a:off x="9366601" y="5505237"/>
            <a:ext cx="6291846" cy="3721069"/>
            <a:chOff x="6779608" y="6627344"/>
            <a:chExt cx="6291846" cy="3721069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F5B6DEE-672E-A055-7D15-2EBE38666132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52" y="9286583"/>
              <a:ext cx="51834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B6C96D2-AE3A-E43F-381E-1B5B6310F30D}"/>
                </a:ext>
              </a:extLst>
            </p:cNvPr>
            <p:cNvGrpSpPr/>
            <p:nvPr/>
          </p:nvGrpSpPr>
          <p:grpSpPr>
            <a:xfrm>
              <a:off x="6779608" y="9286583"/>
              <a:ext cx="1232333" cy="1050516"/>
              <a:chOff x="11997065" y="7292940"/>
              <a:chExt cx="1232333" cy="1050516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CB5C293-8206-716B-6915-C1D0771182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27434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C3F4A71-8A10-696C-CB71-10297FDB7539}"/>
                  </a:ext>
                </a:extLst>
              </p:cNvPr>
              <p:cNvSpPr txBox="1"/>
              <p:nvPr/>
            </p:nvSpPr>
            <p:spPr>
              <a:xfrm>
                <a:off x="11997065" y="7697125"/>
                <a:ext cx="1232333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Product</a:t>
                </a:r>
              </a:p>
              <a:p>
                <a:pPr algn="ctr"/>
                <a:r>
                  <a:rPr lang="en-US" noProof="1"/>
                  <a:t>Lane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215AA27-6CD5-F33D-C579-1F0DB96FF921}"/>
                </a:ext>
              </a:extLst>
            </p:cNvPr>
            <p:cNvGrpSpPr/>
            <p:nvPr/>
          </p:nvGrpSpPr>
          <p:grpSpPr>
            <a:xfrm>
              <a:off x="8328843" y="9286583"/>
              <a:ext cx="1158358" cy="1050516"/>
              <a:chOff x="13546300" y="7292940"/>
              <a:chExt cx="1158358" cy="1050516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F02260C2-1B19-1090-3CA4-4A2B0CAEC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54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434A67C-95C8-EBD4-E058-16E0843CB4B4}"/>
                  </a:ext>
                </a:extLst>
              </p:cNvPr>
              <p:cNvSpPr txBox="1"/>
              <p:nvPr/>
            </p:nvSpPr>
            <p:spPr>
              <a:xfrm>
                <a:off x="13546300" y="7697125"/>
                <a:ext cx="1158358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Quotient</a:t>
                </a:r>
              </a:p>
              <a:p>
                <a:pPr algn="ctr"/>
                <a:r>
                  <a:rPr lang="en-US" noProof="1"/>
                  <a:t>Lane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74F2439-A314-A9BE-2C51-6880311C72AC}"/>
                </a:ext>
              </a:extLst>
            </p:cNvPr>
            <p:cNvGrpSpPr/>
            <p:nvPr/>
          </p:nvGrpSpPr>
          <p:grpSpPr>
            <a:xfrm>
              <a:off x="10066380" y="9286582"/>
              <a:ext cx="1333187" cy="1050517"/>
              <a:chOff x="15283837" y="7292939"/>
              <a:chExt cx="1333187" cy="1050517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6C5BF748-E026-6785-B90F-3BEFAED4F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34876" y="7292939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8A127A1-1259-BF63-038B-4EA11EC1CD42}"/>
                  </a:ext>
                </a:extLst>
              </p:cNvPr>
              <p:cNvSpPr txBox="1"/>
              <p:nvPr/>
            </p:nvSpPr>
            <p:spPr>
              <a:xfrm>
                <a:off x="15283837" y="7697125"/>
                <a:ext cx="1333187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Difference</a:t>
                </a:r>
              </a:p>
              <a:p>
                <a:pPr algn="ctr"/>
                <a:r>
                  <a:rPr lang="en-US" noProof="1"/>
                  <a:t>Lane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CFD0142-EE62-CD74-3851-FA4C1BB09DFA}"/>
                </a:ext>
              </a:extLst>
            </p:cNvPr>
            <p:cNvGrpSpPr/>
            <p:nvPr/>
          </p:nvGrpSpPr>
          <p:grpSpPr>
            <a:xfrm>
              <a:off x="11902790" y="9286583"/>
              <a:ext cx="1168664" cy="1061830"/>
              <a:chOff x="17120247" y="7292940"/>
              <a:chExt cx="1168664" cy="1061830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276831B-FF94-8F9C-5DE8-F17988538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45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15EDB26-7340-1E57-258E-259189C0F5E4}"/>
                  </a:ext>
                </a:extLst>
              </p:cNvPr>
              <p:cNvSpPr txBox="1"/>
              <p:nvPr/>
            </p:nvSpPr>
            <p:spPr>
              <a:xfrm>
                <a:off x="17120247" y="7708439"/>
                <a:ext cx="1168664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Sum</a:t>
                </a:r>
              </a:p>
              <a:p>
                <a:pPr algn="ctr"/>
                <a:r>
                  <a:rPr lang="en-US" noProof="1"/>
                  <a:t>Lane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878A4A8-097B-C698-DCDF-1075CC69F2FF}"/>
                </a:ext>
              </a:extLst>
            </p:cNvPr>
            <p:cNvGrpSpPr/>
            <p:nvPr/>
          </p:nvGrpSpPr>
          <p:grpSpPr>
            <a:xfrm>
              <a:off x="8308747" y="6627344"/>
              <a:ext cx="3259538" cy="2639286"/>
              <a:chOff x="3933317" y="7651036"/>
              <a:chExt cx="3259538" cy="2639286"/>
            </a:xfrm>
          </p:grpSpPr>
          <p:sp>
            <p:nvSpPr>
              <p:cNvPr id="76" name="Arrow: Up 75">
                <a:extLst>
                  <a:ext uri="{FF2B5EF4-FFF2-40B4-BE49-F238E27FC236}">
                    <a16:creationId xmlns:a16="http://schemas.microsoft.com/office/drawing/2014/main" id="{E5D8A451-0C68-9763-A629-48D30CF18D98}"/>
                  </a:ext>
                </a:extLst>
              </p:cNvPr>
              <p:cNvSpPr/>
              <p:nvPr/>
            </p:nvSpPr>
            <p:spPr>
              <a:xfrm>
                <a:off x="5334690" y="9690158"/>
                <a:ext cx="403906" cy="600164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FEBF6DC-F955-2038-7254-4D26C17A13B4}"/>
                  </a:ext>
                </a:extLst>
              </p:cNvPr>
              <p:cNvGrpSpPr/>
              <p:nvPr/>
            </p:nvGrpSpPr>
            <p:grpSpPr>
              <a:xfrm>
                <a:off x="3933317" y="7651036"/>
                <a:ext cx="3259538" cy="2024906"/>
                <a:chOff x="3910771" y="7485638"/>
                <a:chExt cx="3259538" cy="2024906"/>
              </a:xfrm>
            </p:grpSpPr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B83310A-A658-FD08-A54C-FE6957AC29EB}"/>
                    </a:ext>
                  </a:extLst>
                </p:cNvPr>
                <p:cNvSpPr txBox="1"/>
                <p:nvPr/>
              </p:nvSpPr>
              <p:spPr>
                <a:xfrm>
                  <a:off x="3910771" y="7485638"/>
                  <a:ext cx="3259538" cy="3693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i="1" noProof="1"/>
                    <a:t>Lane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1DC84E4-2DC4-D29D-2562-F76D64F0E27B}"/>
                    </a:ext>
                  </a:extLst>
                </p:cNvPr>
                <p:cNvSpPr txBox="1"/>
                <p:nvPr/>
              </p:nvSpPr>
              <p:spPr>
                <a:xfrm>
                  <a:off x="3910771" y="8310215"/>
                  <a:ext cx="3259538" cy="120032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 - publishWrong() : void {publisher}</a:t>
                  </a:r>
                </a:p>
                <a:p>
                  <a:r>
                    <a:rPr lang="en-US" sz="1200" noProof="1"/>
                    <a:t>- publishGameOver() : void {publisher}</a:t>
                  </a:r>
                </a:p>
                <a:p>
                  <a:r>
                    <a:rPr lang="en-US" sz="1200" noProof="1"/>
                    <a:t>- publishCorrect() : void {publisher}</a:t>
                  </a:r>
                </a:p>
                <a:p>
                  <a:r>
                    <a:rPr lang="en-US" sz="1200" noProof="1"/>
                    <a:t>+ createBlock(context : LevelBlockCreatorContext) : Block {publisher}</a:t>
                  </a:r>
                </a:p>
                <a:p>
                  <a:r>
                    <a:rPr lang="en-US" sz="1200" noProof="1"/>
                    <a:t>+ </a:t>
                  </a:r>
                  <a:r>
                    <a:rPr lang="en-US" sz="1200" i="1" noProof="1"/>
                    <a:t>checkResponse() : boolean</a:t>
                  </a:r>
                  <a:endParaRPr lang="en-US" sz="1200" noProof="1"/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EED6610-775A-A472-DE80-873C6A9ED89B}"/>
                    </a:ext>
                  </a:extLst>
                </p:cNvPr>
                <p:cNvSpPr txBox="1"/>
                <p:nvPr/>
              </p:nvSpPr>
              <p:spPr>
                <a:xfrm>
                  <a:off x="3910771" y="7854970"/>
                  <a:ext cx="3259538" cy="46166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# blockCreatorStrategy : BlockCreatorStrategy</a:t>
                  </a:r>
                </a:p>
                <a:p>
                  <a:r>
                    <a:rPr lang="en-US" sz="1200" noProof="1"/>
                    <a:t># currentBlock : Block</a:t>
                  </a:r>
                </a:p>
              </p:txBody>
            </p:sp>
          </p:grp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85B0914-F6D7-1275-4326-00D82FE1B12C}"/>
              </a:ext>
            </a:extLst>
          </p:cNvPr>
          <p:cNvGrpSpPr/>
          <p:nvPr/>
        </p:nvGrpSpPr>
        <p:grpSpPr>
          <a:xfrm>
            <a:off x="42085331" y="8605435"/>
            <a:ext cx="2852057" cy="1114108"/>
            <a:chOff x="34379132" y="9615586"/>
            <a:chExt cx="2852057" cy="111410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BE34304-1CFD-716C-5479-3B1264FF2F01}"/>
                </a:ext>
              </a:extLst>
            </p:cNvPr>
            <p:cNvSpPr txBox="1"/>
            <p:nvPr/>
          </p:nvSpPr>
          <p:spPr>
            <a:xfrm>
              <a:off x="34379132" y="9615586"/>
              <a:ext cx="2852055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1"/>
                <a:t>«interface»</a:t>
              </a:r>
            </a:p>
            <a:p>
              <a:pPr algn="ctr"/>
              <a:r>
                <a:rPr lang="en-US" noProof="1"/>
                <a:t>GameState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23904D6-587B-617E-F851-384FF1546476}"/>
                </a:ext>
              </a:extLst>
            </p:cNvPr>
            <p:cNvSpPr txBox="1"/>
            <p:nvPr/>
          </p:nvSpPr>
          <p:spPr>
            <a:xfrm>
              <a:off x="34379132" y="10268029"/>
              <a:ext cx="2852057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noProof="1"/>
                <a:t>+ handleRequest(context : GameStatesContext) : void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591EFF3-3CD2-0F65-6114-571B411865C2}"/>
              </a:ext>
            </a:extLst>
          </p:cNvPr>
          <p:cNvGrpSpPr/>
          <p:nvPr/>
        </p:nvGrpSpPr>
        <p:grpSpPr>
          <a:xfrm>
            <a:off x="2591558" y="6427051"/>
            <a:ext cx="6291846" cy="2782971"/>
            <a:chOff x="9563774" y="8312937"/>
            <a:chExt cx="6291846" cy="2782971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66BDFA1-25A9-A884-8081-4BBEAD504DE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7818" y="9757079"/>
              <a:ext cx="51834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D949158-FFB1-F62D-E7B6-6DF646443484}"/>
                </a:ext>
              </a:extLst>
            </p:cNvPr>
            <p:cNvGrpSpPr/>
            <p:nvPr/>
          </p:nvGrpSpPr>
          <p:grpSpPr>
            <a:xfrm>
              <a:off x="9563774" y="9757079"/>
              <a:ext cx="1232333" cy="1327515"/>
              <a:chOff x="11997065" y="7292940"/>
              <a:chExt cx="1232333" cy="1327515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E06AA58-B30D-2E3E-A11D-65F0FC76CB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27434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2DF6090-0021-6A6D-F2FC-98C83E29E120}"/>
                  </a:ext>
                </a:extLst>
              </p:cNvPr>
              <p:cNvSpPr txBox="1"/>
              <p:nvPr/>
            </p:nvSpPr>
            <p:spPr>
              <a:xfrm>
                <a:off x="11997065" y="7697125"/>
                <a:ext cx="1232333" cy="9233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Product</a:t>
                </a:r>
              </a:p>
              <a:p>
                <a:pPr algn="ctr"/>
                <a:r>
                  <a:rPr lang="en-US" noProof="1"/>
                  <a:t>Lane</a:t>
                </a:r>
              </a:p>
              <a:p>
                <a:pPr algn="ctr"/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980C39C-37A6-E077-DFA1-56C99343700A}"/>
                </a:ext>
              </a:extLst>
            </p:cNvPr>
            <p:cNvGrpSpPr/>
            <p:nvPr/>
          </p:nvGrpSpPr>
          <p:grpSpPr>
            <a:xfrm>
              <a:off x="11113009" y="9757079"/>
              <a:ext cx="1158358" cy="1327515"/>
              <a:chOff x="13546300" y="7292940"/>
              <a:chExt cx="1158358" cy="1327515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B96F141-9EDA-11B2-8E5D-E592692472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54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EC53BC3-C73C-8C57-032D-D4D95FDC2DDA}"/>
                  </a:ext>
                </a:extLst>
              </p:cNvPr>
              <p:cNvSpPr txBox="1"/>
              <p:nvPr/>
            </p:nvSpPr>
            <p:spPr>
              <a:xfrm>
                <a:off x="13546300" y="7697125"/>
                <a:ext cx="1158358" cy="9233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Quotient</a:t>
                </a:r>
              </a:p>
              <a:p>
                <a:pPr algn="ctr"/>
                <a:r>
                  <a:rPr lang="en-US" noProof="1"/>
                  <a:t>Lane</a:t>
                </a:r>
              </a:p>
              <a:p>
                <a:pPr algn="ctr"/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B87F99E-E97F-0F5A-D7E0-4454D357BE8B}"/>
                </a:ext>
              </a:extLst>
            </p:cNvPr>
            <p:cNvGrpSpPr/>
            <p:nvPr/>
          </p:nvGrpSpPr>
          <p:grpSpPr>
            <a:xfrm>
              <a:off x="12850546" y="9757078"/>
              <a:ext cx="1333187" cy="1327516"/>
              <a:chOff x="15283837" y="7292939"/>
              <a:chExt cx="1333187" cy="1327516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AC5BCE7-39F2-BFD9-A235-5B4598C47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34876" y="7292939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39A1D0C-88E3-9B07-AC0D-FDFB71D317A1}"/>
                  </a:ext>
                </a:extLst>
              </p:cNvPr>
              <p:cNvSpPr txBox="1"/>
              <p:nvPr/>
            </p:nvSpPr>
            <p:spPr>
              <a:xfrm>
                <a:off x="15283837" y="7697125"/>
                <a:ext cx="1333187" cy="9233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Difference</a:t>
                </a:r>
              </a:p>
              <a:p>
                <a:pPr algn="ctr"/>
                <a:r>
                  <a:rPr lang="en-US" noProof="1"/>
                  <a:t>Lane</a:t>
                </a:r>
                <a:br>
                  <a:rPr lang="en-US" noProof="1"/>
                </a:br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8FC52BDB-8780-1706-B823-B9AA5EB0D157}"/>
                </a:ext>
              </a:extLst>
            </p:cNvPr>
            <p:cNvGrpSpPr/>
            <p:nvPr/>
          </p:nvGrpSpPr>
          <p:grpSpPr>
            <a:xfrm>
              <a:off x="14686956" y="9757079"/>
              <a:ext cx="1168664" cy="1338829"/>
              <a:chOff x="17120247" y="7292940"/>
              <a:chExt cx="1168664" cy="1338829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FA6E8050-8BDD-2626-361A-93B42CFB0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45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41DB1BB-E9CB-AE30-4339-59A27CDFD79B}"/>
                  </a:ext>
                </a:extLst>
              </p:cNvPr>
              <p:cNvSpPr txBox="1"/>
              <p:nvPr/>
            </p:nvSpPr>
            <p:spPr>
              <a:xfrm>
                <a:off x="17120247" y="7708439"/>
                <a:ext cx="1168664" cy="9233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Sum</a:t>
                </a:r>
              </a:p>
              <a:p>
                <a:pPr algn="ctr"/>
                <a:r>
                  <a:rPr lang="en-US" noProof="1"/>
                  <a:t>Lane</a:t>
                </a:r>
                <a:br>
                  <a:rPr lang="en-US" noProof="1"/>
                </a:br>
                <a:r>
                  <a:rPr lang="en-US" noProof="1"/>
                  <a:t>Creator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4D2671C-5460-3B11-D274-4E11EE942C01}"/>
                </a:ext>
              </a:extLst>
            </p:cNvPr>
            <p:cNvGrpSpPr/>
            <p:nvPr/>
          </p:nvGrpSpPr>
          <p:grpSpPr>
            <a:xfrm>
              <a:off x="11440829" y="8312937"/>
              <a:ext cx="2524340" cy="1444142"/>
              <a:chOff x="11440829" y="8312937"/>
              <a:chExt cx="2524340" cy="1444142"/>
            </a:xfrm>
          </p:grpSpPr>
          <p:sp>
            <p:nvSpPr>
              <p:cNvPr id="99" name="Arrow: Up 98">
                <a:extLst>
                  <a:ext uri="{FF2B5EF4-FFF2-40B4-BE49-F238E27FC236}">
                    <a16:creationId xmlns:a16="http://schemas.microsoft.com/office/drawing/2014/main" id="{3DD0A5A7-7208-5C45-6F5B-CABBE58E7493}"/>
                  </a:ext>
                </a:extLst>
              </p:cNvPr>
              <p:cNvSpPr/>
              <p:nvPr/>
            </p:nvSpPr>
            <p:spPr>
              <a:xfrm>
                <a:off x="12477600" y="9156915"/>
                <a:ext cx="403906" cy="600164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DFC0C649-095A-8505-DACD-423D01D5C985}"/>
                  </a:ext>
                </a:extLst>
              </p:cNvPr>
              <p:cNvGrpSpPr/>
              <p:nvPr/>
            </p:nvGrpSpPr>
            <p:grpSpPr>
              <a:xfrm>
                <a:off x="11440829" y="8312937"/>
                <a:ext cx="2524340" cy="843977"/>
                <a:chOff x="11440829" y="8320081"/>
                <a:chExt cx="2524340" cy="843977"/>
              </a:xfrm>
            </p:grpSpPr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9D533526-1736-9FE6-1432-205797C46568}"/>
                    </a:ext>
                  </a:extLst>
                </p:cNvPr>
                <p:cNvSpPr txBox="1"/>
                <p:nvPr/>
              </p:nvSpPr>
              <p:spPr>
                <a:xfrm>
                  <a:off x="11440829" y="8320081"/>
                  <a:ext cx="2524340" cy="3693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i="1" noProof="1"/>
                    <a:t>LaneFactory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DBC9716-2510-4AA8-E244-A1A7CF44F803}"/>
                    </a:ext>
                  </a:extLst>
                </p:cNvPr>
                <p:cNvSpPr txBox="1"/>
                <p:nvPr/>
              </p:nvSpPr>
              <p:spPr>
                <a:xfrm>
                  <a:off x="11440829" y="8702393"/>
                  <a:ext cx="2524340" cy="46166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</a:t>
                  </a:r>
                  <a:r>
                    <a:rPr lang="en-US" sz="1200" i="1" noProof="1"/>
                    <a:t>factoryMethod(operand : int) : Lane</a:t>
                  </a:r>
                  <a:endParaRPr lang="en-US" sz="1200" noProof="1"/>
                </a:p>
              </p:txBody>
            </p:sp>
          </p:grp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856C11EA-F31A-F23B-A9D8-B28D7845DA0D}"/>
              </a:ext>
            </a:extLst>
          </p:cNvPr>
          <p:cNvSpPr txBox="1"/>
          <p:nvPr/>
        </p:nvSpPr>
        <p:spPr>
          <a:xfrm flipH="1">
            <a:off x="6848157" y="5476589"/>
            <a:ext cx="163103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AllLanes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9ABEF1-7C06-E4CF-4CA8-C7A68598A39C}"/>
              </a:ext>
            </a:extLst>
          </p:cNvPr>
          <p:cNvGrpSpPr/>
          <p:nvPr/>
        </p:nvGrpSpPr>
        <p:grpSpPr>
          <a:xfrm flipH="1">
            <a:off x="8539689" y="5393291"/>
            <a:ext cx="2367342" cy="396501"/>
            <a:chOff x="4785942" y="11861728"/>
            <a:chExt cx="2367342" cy="39650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6D5E831-124C-32C1-2099-C3918523D286}"/>
                </a:ext>
              </a:extLst>
            </p:cNvPr>
            <p:cNvGrpSpPr/>
            <p:nvPr/>
          </p:nvGrpSpPr>
          <p:grpSpPr>
            <a:xfrm flipH="1">
              <a:off x="4785942" y="12019225"/>
              <a:ext cx="2367342" cy="239004"/>
              <a:chOff x="8167892" y="3066807"/>
              <a:chExt cx="2367342" cy="239004"/>
            </a:xfrm>
          </p:grpSpPr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0E8C0104-98BC-B5B8-2E7E-D4EE6AEABA0A}"/>
                  </a:ext>
                </a:extLst>
              </p:cNvPr>
              <p:cNvCxnSpPr>
                <a:cxnSpLocks/>
                <a:stCxn id="116" idx="3"/>
              </p:cNvCxnSpPr>
              <p:nvPr/>
            </p:nvCxnSpPr>
            <p:spPr>
              <a:xfrm>
                <a:off x="8629676" y="3186309"/>
                <a:ext cx="190555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Diamond 115">
                <a:extLst>
                  <a:ext uri="{FF2B5EF4-FFF2-40B4-BE49-F238E27FC236}">
                    <a16:creationId xmlns:a16="http://schemas.microsoft.com/office/drawing/2014/main" id="{0AE40778-0306-27F0-7019-5429BC454A4D}"/>
                  </a:ext>
                </a:extLst>
              </p:cNvPr>
              <p:cNvSpPr/>
              <p:nvPr/>
            </p:nvSpPr>
            <p:spPr>
              <a:xfrm>
                <a:off x="8167892" y="3066807"/>
                <a:ext cx="461784" cy="239004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8465FE1-7CD7-2B04-1A28-C43831BC0E85}"/>
                </a:ext>
              </a:extLst>
            </p:cNvPr>
            <p:cNvSpPr txBox="1"/>
            <p:nvPr/>
          </p:nvSpPr>
          <p:spPr>
            <a:xfrm>
              <a:off x="4931530" y="11861728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1"/>
                <a:t>4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81B25FE-BEAF-54AA-1B07-0D8C641C9426}"/>
              </a:ext>
            </a:extLst>
          </p:cNvPr>
          <p:cNvGrpSpPr/>
          <p:nvPr/>
        </p:nvGrpSpPr>
        <p:grpSpPr>
          <a:xfrm>
            <a:off x="5036515" y="2398455"/>
            <a:ext cx="5254319" cy="2027235"/>
            <a:chOff x="14375081" y="6667910"/>
            <a:chExt cx="5254319" cy="2027235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6D0F2DE-55E9-F682-CEB9-76AD475E5B3B}"/>
                </a:ext>
              </a:extLst>
            </p:cNvPr>
            <p:cNvCxnSpPr>
              <a:cxnSpLocks/>
            </p:cNvCxnSpPr>
            <p:nvPr/>
          </p:nvCxnSpPr>
          <p:spPr>
            <a:xfrm>
              <a:off x="15554325" y="7914318"/>
              <a:ext cx="28622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FE3AD596-0AB1-DAA8-C87E-ABC16AC2CB68}"/>
                </a:ext>
              </a:extLst>
            </p:cNvPr>
            <p:cNvGrpSpPr/>
            <p:nvPr/>
          </p:nvGrpSpPr>
          <p:grpSpPr>
            <a:xfrm>
              <a:off x="14375081" y="7912316"/>
              <a:ext cx="2358488" cy="782829"/>
              <a:chOff x="11341865" y="7292940"/>
              <a:chExt cx="2358488" cy="782829"/>
            </a:xfrm>
          </p:grpSpPr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54A56383-8A36-DE94-AAAB-419DD3452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27434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4F49BD2B-507B-0AB3-1EEE-0F8771EF44DB}"/>
                  </a:ext>
                </a:extLst>
              </p:cNvPr>
              <p:cNvSpPr txBox="1"/>
              <p:nvPr/>
            </p:nvSpPr>
            <p:spPr>
              <a:xfrm>
                <a:off x="11341865" y="7706437"/>
                <a:ext cx="2358488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NoOperandsCreator</a:t>
                </a: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7BEC4A2-677F-CDE2-EF79-BA6F6A621845}"/>
                </a:ext>
              </a:extLst>
            </p:cNvPr>
            <p:cNvGrpSpPr/>
            <p:nvPr/>
          </p:nvGrpSpPr>
          <p:grpSpPr>
            <a:xfrm>
              <a:off x="17186704" y="7912316"/>
              <a:ext cx="2442696" cy="773517"/>
              <a:chOff x="16483231" y="7292940"/>
              <a:chExt cx="2442696" cy="773517"/>
            </a:xfrm>
          </p:grpSpPr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F01C19C3-94A8-FA3C-E766-0997E9C369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4579" y="7292940"/>
                <a:ext cx="0" cy="4041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627CD5C-AA22-0815-FFB6-CE54F5EEE928}"/>
                  </a:ext>
                </a:extLst>
              </p:cNvPr>
              <p:cNvSpPr txBox="1"/>
              <p:nvPr/>
            </p:nvSpPr>
            <p:spPr>
              <a:xfrm>
                <a:off x="16483231" y="7697125"/>
                <a:ext cx="2442696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WithOperandsCreator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994BAF5-5477-E958-3650-C89C69B1A81B}"/>
                </a:ext>
              </a:extLst>
            </p:cNvPr>
            <p:cNvGrpSpPr/>
            <p:nvPr/>
          </p:nvGrpSpPr>
          <p:grpSpPr>
            <a:xfrm>
              <a:off x="15749534" y="6667910"/>
              <a:ext cx="2524340" cy="1246408"/>
              <a:chOff x="11417383" y="8510671"/>
              <a:chExt cx="2524340" cy="1246408"/>
            </a:xfrm>
          </p:grpSpPr>
          <p:sp>
            <p:nvSpPr>
              <p:cNvPr id="122" name="Arrow: Up 121">
                <a:extLst>
                  <a:ext uri="{FF2B5EF4-FFF2-40B4-BE49-F238E27FC236}">
                    <a16:creationId xmlns:a16="http://schemas.microsoft.com/office/drawing/2014/main" id="{6662765B-D303-9EB7-1DA8-2015BAAA5DC6}"/>
                  </a:ext>
                </a:extLst>
              </p:cNvPr>
              <p:cNvSpPr/>
              <p:nvPr/>
            </p:nvSpPr>
            <p:spPr>
              <a:xfrm>
                <a:off x="12477600" y="9156915"/>
                <a:ext cx="403906" cy="600164"/>
              </a:xfrm>
              <a:prstGeom prst="upArrow">
                <a:avLst>
                  <a:gd name="adj1" fmla="val 0"/>
                  <a:gd name="adj2" fmla="val 747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88842823-7644-7395-4AEE-AE6973D90DD3}"/>
                  </a:ext>
                </a:extLst>
              </p:cNvPr>
              <p:cNvGrpSpPr/>
              <p:nvPr/>
            </p:nvGrpSpPr>
            <p:grpSpPr>
              <a:xfrm>
                <a:off x="11417383" y="8510671"/>
                <a:ext cx="2524340" cy="646243"/>
                <a:chOff x="11417383" y="8517815"/>
                <a:chExt cx="2524340" cy="646243"/>
              </a:xfrm>
            </p:grpSpPr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B89EFD2-8A64-6BF0-AD3C-434FB2A3885F}"/>
                    </a:ext>
                  </a:extLst>
                </p:cNvPr>
                <p:cNvSpPr txBox="1"/>
                <p:nvPr/>
              </p:nvSpPr>
              <p:spPr>
                <a:xfrm>
                  <a:off x="11417383" y="8517815"/>
                  <a:ext cx="2524340" cy="3693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i="1" noProof="1"/>
                    <a:t>AllLanesFactory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75AD919-EFB3-CE00-A832-DDB8C5FD978B}"/>
                    </a:ext>
                  </a:extLst>
                </p:cNvPr>
                <p:cNvSpPr txBox="1"/>
                <p:nvPr/>
              </p:nvSpPr>
              <p:spPr>
                <a:xfrm>
                  <a:off x="11417383" y="8887059"/>
                  <a:ext cx="2524340" cy="27699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+ </a:t>
                  </a:r>
                  <a:r>
                    <a:rPr lang="en-US" sz="1200" i="1" noProof="1"/>
                    <a:t>factoryMethod() : AllLanes</a:t>
                  </a:r>
                  <a:endParaRPr lang="en-US" sz="1200" noProof="1"/>
                </a:p>
              </p:txBody>
            </p:sp>
          </p:grp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D0615A7-F6B0-D730-0D0B-105BB5D609E3}"/>
              </a:ext>
            </a:extLst>
          </p:cNvPr>
          <p:cNvGrpSpPr/>
          <p:nvPr/>
        </p:nvGrpSpPr>
        <p:grpSpPr>
          <a:xfrm>
            <a:off x="29482022" y="10984261"/>
            <a:ext cx="3370030" cy="3600987"/>
            <a:chOff x="27129020" y="7818092"/>
            <a:chExt cx="3370030" cy="360098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35F00C6-D56C-972E-F252-6C5FF5AC2460}"/>
                </a:ext>
              </a:extLst>
            </p:cNvPr>
            <p:cNvSpPr txBox="1"/>
            <p:nvPr/>
          </p:nvSpPr>
          <p:spPr>
            <a:xfrm>
              <a:off x="27129020" y="7818092"/>
              <a:ext cx="3370030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1"/>
                <a:t>«singleton»</a:t>
              </a:r>
            </a:p>
            <a:p>
              <a:pPr algn="ctr"/>
              <a:r>
                <a:rPr lang="en-US" noProof="1"/>
                <a:t>GameProgress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B69EBCC-2748-BA19-16E9-1E7F47D54F89}"/>
                </a:ext>
              </a:extLst>
            </p:cNvPr>
            <p:cNvSpPr txBox="1"/>
            <p:nvPr/>
          </p:nvSpPr>
          <p:spPr>
            <a:xfrm>
              <a:off x="27129020" y="9480087"/>
              <a:ext cx="3370030" cy="193899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noProof="1"/>
                <a:t>- incrementBlocksCompleted(event : CorrectResponseEvent) : void {subscriber}</a:t>
              </a:r>
            </a:p>
            <a:p>
              <a:r>
                <a:rPr lang="en-US" sz="1200" noProof="1"/>
                <a:t>- subtractHeart(event : BlockHasHitBottomEvent) : void {subscriber}</a:t>
              </a:r>
            </a:p>
            <a:p>
              <a:r>
                <a:rPr lang="en-US" sz="1200" noProof="1"/>
                <a:t>- removeHearts(event : GameOverEvent) : void {subscriber}</a:t>
              </a:r>
            </a:p>
            <a:p>
              <a:r>
                <a:rPr lang="en-US" sz="1200" noProof="1"/>
                <a:t>- publishHearts() : void {publisher}</a:t>
              </a:r>
            </a:p>
            <a:p>
              <a:r>
                <a:rPr lang="en-US" sz="1200" noProof="1"/>
                <a:t>- incrementScore(event : CorrectResponseEvent) : void {publisher, subscriber}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444682E-4047-7F02-4481-71BBAB8151D2}"/>
                </a:ext>
              </a:extLst>
            </p:cNvPr>
            <p:cNvSpPr txBox="1"/>
            <p:nvPr/>
          </p:nvSpPr>
          <p:spPr>
            <a:xfrm>
              <a:off x="27129020" y="8464424"/>
              <a:ext cx="3370030" cy="101566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noProof="1"/>
                <a:t>- levelContext : LevelContext</a:t>
              </a:r>
            </a:p>
            <a:p>
              <a:r>
                <a:rPr lang="en-US" sz="1200" noProof="1"/>
                <a:t>- hearts : int</a:t>
              </a:r>
            </a:p>
            <a:p>
              <a:r>
                <a:rPr lang="en-US" sz="1200" noProof="1"/>
                <a:t>- score : int</a:t>
              </a:r>
            </a:p>
            <a:p>
              <a:r>
                <a:rPr lang="en-US" sz="1200" noProof="1"/>
                <a:t>- blocksCompleted : int</a:t>
              </a:r>
            </a:p>
            <a:p>
              <a:r>
                <a:rPr lang="en-US" sz="1200" noProof="1"/>
                <a:t>- currentLevel : int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293C2AB-069D-083F-B962-4B7896CC75C9}"/>
              </a:ext>
            </a:extLst>
          </p:cNvPr>
          <p:cNvGrpSpPr/>
          <p:nvPr/>
        </p:nvGrpSpPr>
        <p:grpSpPr>
          <a:xfrm>
            <a:off x="34742154" y="13109943"/>
            <a:ext cx="3370030" cy="2308326"/>
            <a:chOff x="27129020" y="7818092"/>
            <a:chExt cx="3370030" cy="2308326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6125012-B91F-A1C8-98BE-A61F5E2EB858}"/>
                </a:ext>
              </a:extLst>
            </p:cNvPr>
            <p:cNvSpPr txBox="1"/>
            <p:nvPr/>
          </p:nvSpPr>
          <p:spPr>
            <a:xfrm>
              <a:off x="27129020" y="7818092"/>
              <a:ext cx="3370030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1"/>
                <a:t>«singleton»</a:t>
              </a:r>
            </a:p>
            <a:p>
              <a:pPr algn="ctr"/>
              <a:r>
                <a:rPr lang="en-US" noProof="1"/>
                <a:t>EventBroker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CBFF247-D02C-DFB6-0FCE-CCA449AD06AC}"/>
                </a:ext>
              </a:extLst>
            </p:cNvPr>
            <p:cNvSpPr txBox="1"/>
            <p:nvPr/>
          </p:nvSpPr>
          <p:spPr>
            <a:xfrm>
              <a:off x="27129020" y="9110755"/>
              <a:ext cx="3370030" cy="101566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noProof="1"/>
                <a:t>+ &lt;T extends Subscribable&gt; subscribe(event : Class&lt;T&gt;, consumer : Consumer&lt;T&gt;) : void</a:t>
              </a:r>
            </a:p>
            <a:p>
              <a:r>
                <a:rPr lang="en-US" sz="1200" noProof="1"/>
                <a:t>+ &lt;T extends Subscribable&gt; unsubscribe(event : Class&lt;T&gt;, consumer : Consumer&lt;T&gt;) : void</a:t>
              </a:r>
            </a:p>
            <a:p>
              <a:r>
                <a:rPr lang="en-US" sz="1200" noProof="1"/>
                <a:t>+ publish(event : Subscribable) : void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A718223-9AE7-B9A2-A3EB-930271445455}"/>
                </a:ext>
              </a:extLst>
            </p:cNvPr>
            <p:cNvSpPr txBox="1"/>
            <p:nvPr/>
          </p:nvSpPr>
          <p:spPr>
            <a:xfrm>
              <a:off x="27129020" y="8464424"/>
              <a:ext cx="3370030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noProof="1"/>
                <a:t>- subscribers : Map&lt;Class&lt;? extends Subscribable&gt;, Set&lt;Consumer&lt;? super Subscribable&gt;&gt;&gt;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B1BEB12-6805-5E4A-9E3C-0DB3BCEEBAA5}"/>
              </a:ext>
            </a:extLst>
          </p:cNvPr>
          <p:cNvGrpSpPr/>
          <p:nvPr/>
        </p:nvGrpSpPr>
        <p:grpSpPr>
          <a:xfrm>
            <a:off x="40328885" y="13109943"/>
            <a:ext cx="6188081" cy="3122259"/>
            <a:chOff x="31381436" y="6217123"/>
            <a:chExt cx="6188081" cy="3122259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C36B7FC-6A89-4C24-CB3E-4D3F8CBBB6F9}"/>
                </a:ext>
              </a:extLst>
            </p:cNvPr>
            <p:cNvSpPr txBox="1"/>
            <p:nvPr/>
          </p:nvSpPr>
          <p:spPr>
            <a:xfrm>
              <a:off x="31381436" y="6217123"/>
              <a:ext cx="2021873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1"/>
                <a:t>«interface»</a:t>
              </a:r>
            </a:p>
            <a:p>
              <a:pPr algn="ctr"/>
              <a:r>
                <a:rPr lang="en-US" noProof="1"/>
                <a:t>Subscribable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768A592-AB79-7A5B-2A0B-FD632347A36F}"/>
                </a:ext>
              </a:extLst>
            </p:cNvPr>
            <p:cNvGrpSpPr/>
            <p:nvPr/>
          </p:nvGrpSpPr>
          <p:grpSpPr>
            <a:xfrm>
              <a:off x="33166953" y="6406251"/>
              <a:ext cx="4402564" cy="2933131"/>
              <a:chOff x="33166953" y="6406251"/>
              <a:chExt cx="4402564" cy="2933131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A0479B6-876F-3970-E51E-EF8A253AE248}"/>
                  </a:ext>
                </a:extLst>
              </p:cNvPr>
              <p:cNvGrpSpPr/>
              <p:nvPr/>
            </p:nvGrpSpPr>
            <p:grpSpPr>
              <a:xfrm>
                <a:off x="33166953" y="6624357"/>
                <a:ext cx="1098525" cy="128027"/>
                <a:chOff x="8382064" y="4308105"/>
                <a:chExt cx="1098525" cy="128027"/>
              </a:xfrm>
            </p:grpSpPr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1B239F95-48C0-DD54-CE54-9F675BBE21E0}"/>
                    </a:ext>
                  </a:extLst>
                </p:cNvPr>
                <p:cNvSpPr/>
                <p:nvPr/>
              </p:nvSpPr>
              <p:spPr>
                <a:xfrm>
                  <a:off x="8382064" y="4308105"/>
                  <a:ext cx="128027" cy="12802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/>
                </a:p>
              </p:txBody>
            </p: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EE1811C5-5015-D5EC-8A10-5776657F6339}"/>
                    </a:ext>
                  </a:extLst>
                </p:cNvPr>
                <p:cNvCxnSpPr>
                  <a:cxnSpLocks/>
                  <a:stCxn id="145" idx="6"/>
                </p:cNvCxnSpPr>
                <p:nvPr/>
              </p:nvCxnSpPr>
              <p:spPr>
                <a:xfrm flipV="1">
                  <a:off x="8510091" y="4372118"/>
                  <a:ext cx="970498" cy="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70C5B8A5-00AB-6A19-32F4-E8F3DADEA440}"/>
                  </a:ext>
                </a:extLst>
              </p:cNvPr>
              <p:cNvGrpSpPr/>
              <p:nvPr/>
            </p:nvGrpSpPr>
            <p:grpSpPr>
              <a:xfrm>
                <a:off x="34265477" y="6406251"/>
                <a:ext cx="3304040" cy="2933131"/>
                <a:chOff x="34265477" y="6406251"/>
                <a:chExt cx="3304040" cy="2933131"/>
              </a:xfrm>
            </p:grpSpPr>
            <p:sp>
              <p:nvSpPr>
                <p:cNvPr id="143" name="Rectangle: Folded Corner 142">
                  <a:extLst>
                    <a:ext uri="{FF2B5EF4-FFF2-40B4-BE49-F238E27FC236}">
                      <a16:creationId xmlns:a16="http://schemas.microsoft.com/office/drawing/2014/main" id="{9A60765B-A4C9-D6E6-83E1-A4B120AFA804}"/>
                    </a:ext>
                  </a:extLst>
                </p:cNvPr>
                <p:cNvSpPr/>
                <p:nvPr/>
              </p:nvSpPr>
              <p:spPr>
                <a:xfrm flipV="1">
                  <a:off x="34265477" y="6406251"/>
                  <a:ext cx="3304040" cy="2933131"/>
                </a:xfrm>
                <a:prstGeom prst="foldedCorner">
                  <a:avLst>
                    <a:gd name="adj" fmla="val 13973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DE89560A-00E9-AAF7-0B0D-B3308B43FE94}"/>
                    </a:ext>
                  </a:extLst>
                </p:cNvPr>
                <p:cNvSpPr txBox="1"/>
                <p:nvPr/>
              </p:nvSpPr>
              <p:spPr>
                <a:xfrm>
                  <a:off x="34265477" y="6406254"/>
                  <a:ext cx="3159776" cy="28623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Implemented by: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BlockCreatedEvent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ScoreChangedEvent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LevelChangedEvent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TravelTimeChangedEvent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HeartChangedEvent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OperandsChangedEvent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CorrectResponseEvent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WrongResponseEvent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GameOverEvent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BlockHasHitBottomEvent</a:t>
                  </a:r>
                </a:p>
                <a:p>
                  <a:pPr marL="171450" indent="-171450">
                    <a:buFontTx/>
                    <a:buChar char="-"/>
                  </a:pPr>
                  <a:endParaRPr lang="en-US" sz="1200" noProof="1"/>
                </a:p>
                <a:p>
                  <a:r>
                    <a:rPr lang="en-US" sz="1200" noProof="1"/>
                    <a:t>There are also </a:t>
                  </a:r>
                  <a:r>
                    <a:rPr lang="en-GB" sz="1200" dirty="0"/>
                    <a:t>«parameter»</a:t>
                  </a:r>
                  <a:r>
                    <a:rPr lang="en-US" sz="1200" noProof="1"/>
                    <a:t> dependencies not shown here from all other classes with methods marked as</a:t>
                  </a:r>
                  <a:r>
                    <a:rPr lang="en-GB" sz="1200" noProof="1"/>
                    <a:t> {subscriber}</a:t>
                  </a:r>
                  <a:endParaRPr lang="en-US" sz="700" noProof="1"/>
                </a:p>
              </p:txBody>
            </p:sp>
          </p:grp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E06780E-689F-BA17-2F25-2E3014C39D1B}"/>
              </a:ext>
            </a:extLst>
          </p:cNvPr>
          <p:cNvGrpSpPr/>
          <p:nvPr/>
        </p:nvGrpSpPr>
        <p:grpSpPr>
          <a:xfrm>
            <a:off x="22699851" y="15058149"/>
            <a:ext cx="5628642" cy="1200329"/>
            <a:chOff x="9216422" y="3110991"/>
            <a:chExt cx="5628642" cy="1200329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FFC9C14D-BB4F-8F55-A965-7EF3CAF0E985}"/>
                </a:ext>
              </a:extLst>
            </p:cNvPr>
            <p:cNvGrpSpPr/>
            <p:nvPr/>
          </p:nvGrpSpPr>
          <p:grpSpPr>
            <a:xfrm>
              <a:off x="9216422" y="3213860"/>
              <a:ext cx="2524340" cy="644071"/>
              <a:chOff x="11401500" y="8498035"/>
              <a:chExt cx="2524340" cy="644071"/>
            </a:xfrm>
          </p:grpSpPr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DE1F0E8-4A36-B466-24CA-543E051F5CBF}"/>
                  </a:ext>
                </a:extLst>
              </p:cNvPr>
              <p:cNvSpPr txBox="1"/>
              <p:nvPr/>
            </p:nvSpPr>
            <p:spPr>
              <a:xfrm>
                <a:off x="11401500" y="8498035"/>
                <a:ext cx="2524340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noProof="1"/>
                  <a:t>WindowFactory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580B6B-8969-C342-B006-613B9A7695AB}"/>
                  </a:ext>
                </a:extLst>
              </p:cNvPr>
              <p:cNvSpPr txBox="1"/>
              <p:nvPr/>
            </p:nvSpPr>
            <p:spPr>
              <a:xfrm>
                <a:off x="11401500" y="8865107"/>
                <a:ext cx="252434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</a:t>
                </a:r>
                <a:r>
                  <a:rPr lang="en-US" sz="1200" i="1" noProof="1"/>
                  <a:t>factoryMethod() : GameWindow</a:t>
                </a:r>
                <a:endParaRPr lang="en-US" sz="1200" noProof="1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43592222-04BF-220A-D9E9-9B1585877EEC}"/>
                </a:ext>
              </a:extLst>
            </p:cNvPr>
            <p:cNvGrpSpPr/>
            <p:nvPr/>
          </p:nvGrpSpPr>
          <p:grpSpPr>
            <a:xfrm>
              <a:off x="11505291" y="3110991"/>
              <a:ext cx="3339773" cy="1200329"/>
              <a:chOff x="33166953" y="6406254"/>
              <a:chExt cx="3339773" cy="1200329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888B7878-C2BD-2E4A-A785-C88AF75B02BC}"/>
                  </a:ext>
                </a:extLst>
              </p:cNvPr>
              <p:cNvGrpSpPr/>
              <p:nvPr/>
            </p:nvGrpSpPr>
            <p:grpSpPr>
              <a:xfrm>
                <a:off x="33166953" y="6624357"/>
                <a:ext cx="1098525" cy="128027"/>
                <a:chOff x="8382064" y="4308105"/>
                <a:chExt cx="1098525" cy="128027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B3628C6F-83DE-8F10-F6AE-221B9023DD98}"/>
                    </a:ext>
                  </a:extLst>
                </p:cNvPr>
                <p:cNvSpPr/>
                <p:nvPr/>
              </p:nvSpPr>
              <p:spPr>
                <a:xfrm>
                  <a:off x="8382064" y="4308105"/>
                  <a:ext cx="128027" cy="12802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/>
                </a:p>
              </p:txBody>
            </p: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18A10588-97CA-3D1C-547A-7F33D278D14D}"/>
                    </a:ext>
                  </a:extLst>
                </p:cNvPr>
                <p:cNvCxnSpPr>
                  <a:cxnSpLocks/>
                  <a:stCxn id="154" idx="6"/>
                </p:cNvCxnSpPr>
                <p:nvPr/>
              </p:nvCxnSpPr>
              <p:spPr>
                <a:xfrm flipV="1">
                  <a:off x="8510091" y="4372118"/>
                  <a:ext cx="970498" cy="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6D0DB5AF-C05A-B1FD-A734-DC43E8C20B25}"/>
                  </a:ext>
                </a:extLst>
              </p:cNvPr>
              <p:cNvGrpSpPr/>
              <p:nvPr/>
            </p:nvGrpSpPr>
            <p:grpSpPr>
              <a:xfrm>
                <a:off x="34265477" y="6406254"/>
                <a:ext cx="2241249" cy="1200329"/>
                <a:chOff x="34265477" y="6406254"/>
                <a:chExt cx="2241249" cy="1200329"/>
              </a:xfrm>
            </p:grpSpPr>
            <p:sp>
              <p:nvSpPr>
                <p:cNvPr id="152" name="Rectangle: Folded Corner 151">
                  <a:extLst>
                    <a:ext uri="{FF2B5EF4-FFF2-40B4-BE49-F238E27FC236}">
                      <a16:creationId xmlns:a16="http://schemas.microsoft.com/office/drawing/2014/main" id="{D513DB1A-D9DF-A9CA-7F86-0A3B07B1CFA0}"/>
                    </a:ext>
                  </a:extLst>
                </p:cNvPr>
                <p:cNvSpPr/>
                <p:nvPr/>
              </p:nvSpPr>
              <p:spPr>
                <a:xfrm flipV="1">
                  <a:off x="34265477" y="6406254"/>
                  <a:ext cx="2241249" cy="1186236"/>
                </a:xfrm>
                <a:prstGeom prst="foldedCorner">
                  <a:avLst>
                    <a:gd name="adj" fmla="val 17752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96CCC192-6039-C01F-CD07-A5144D772ADC}"/>
                    </a:ext>
                  </a:extLst>
                </p:cNvPr>
                <p:cNvSpPr txBox="1"/>
                <p:nvPr/>
              </p:nvSpPr>
              <p:spPr>
                <a:xfrm>
                  <a:off x="34265478" y="6406254"/>
                  <a:ext cx="2241248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Implemented by: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EndWindowCreator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LevelTransitionCreator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ModeOneWindowCreator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ModeTwoWindowCreator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TitleWindowCreator</a:t>
                  </a:r>
                </a:p>
              </p:txBody>
            </p:sp>
          </p:grpSp>
        </p:grp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CC701D6-81A5-B126-9662-2D568AC60B20}"/>
              </a:ext>
            </a:extLst>
          </p:cNvPr>
          <p:cNvGrpSpPr/>
          <p:nvPr/>
        </p:nvGrpSpPr>
        <p:grpSpPr>
          <a:xfrm>
            <a:off x="37393467" y="14579681"/>
            <a:ext cx="3846023" cy="1463392"/>
            <a:chOff x="40264477" y="8924828"/>
            <a:chExt cx="3846023" cy="1463392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149807E-4FF9-5F81-AF76-A2D72B274A1E}"/>
                </a:ext>
              </a:extLst>
            </p:cNvPr>
            <p:cNvGrpSpPr/>
            <p:nvPr/>
          </p:nvGrpSpPr>
          <p:grpSpPr>
            <a:xfrm>
              <a:off x="40264477" y="9566022"/>
              <a:ext cx="1098525" cy="128027"/>
              <a:chOff x="8382064" y="4308105"/>
              <a:chExt cx="1098525" cy="128027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0140B093-8AAA-49AD-451A-69AB678ADF97}"/>
                  </a:ext>
                </a:extLst>
              </p:cNvPr>
              <p:cNvSpPr/>
              <p:nvPr/>
            </p:nvSpPr>
            <p:spPr>
              <a:xfrm>
                <a:off x="8382064" y="4308105"/>
                <a:ext cx="128027" cy="12802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D7415A7-FA73-7154-5D9F-EB0DF625AEF0}"/>
                  </a:ext>
                </a:extLst>
              </p:cNvPr>
              <p:cNvCxnSpPr>
                <a:cxnSpLocks/>
                <a:stCxn id="163" idx="6"/>
              </p:cNvCxnSpPr>
              <p:nvPr/>
            </p:nvCxnSpPr>
            <p:spPr>
              <a:xfrm flipV="1">
                <a:off x="8510091" y="4372118"/>
                <a:ext cx="970498" cy="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6C2C7EF-687F-448F-52C1-D18FE6A7AE39}"/>
                </a:ext>
              </a:extLst>
            </p:cNvPr>
            <p:cNvGrpSpPr/>
            <p:nvPr/>
          </p:nvGrpSpPr>
          <p:grpSpPr>
            <a:xfrm>
              <a:off x="41363000" y="8924828"/>
              <a:ext cx="2747500" cy="1463392"/>
              <a:chOff x="34265476" y="5983163"/>
              <a:chExt cx="2747500" cy="1463392"/>
            </a:xfrm>
          </p:grpSpPr>
          <p:sp>
            <p:nvSpPr>
              <p:cNvPr id="161" name="Rectangle: Folded Corner 160">
                <a:extLst>
                  <a:ext uri="{FF2B5EF4-FFF2-40B4-BE49-F238E27FC236}">
                    <a16:creationId xmlns:a16="http://schemas.microsoft.com/office/drawing/2014/main" id="{796C8508-3F81-1066-8FB1-646B26933066}"/>
                  </a:ext>
                </a:extLst>
              </p:cNvPr>
              <p:cNvSpPr/>
              <p:nvPr/>
            </p:nvSpPr>
            <p:spPr>
              <a:xfrm flipV="1">
                <a:off x="34265477" y="5983163"/>
                <a:ext cx="2747499" cy="1463392"/>
              </a:xfrm>
              <a:prstGeom prst="foldedCorner">
                <a:avLst>
                  <a:gd name="adj" fmla="val 14488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F6EDCDE-2FFE-5B10-8028-C1700DAF587C}"/>
                  </a:ext>
                </a:extLst>
              </p:cNvPr>
              <p:cNvSpPr txBox="1"/>
              <p:nvPr/>
            </p:nvSpPr>
            <p:spPr>
              <a:xfrm>
                <a:off x="34265476" y="5983166"/>
                <a:ext cx="2708691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noProof="1">
                    <a:latin typeface="Consolas" panose="020B0609020204030204" pitchFamily="49" charset="0"/>
                  </a:rPr>
                  <a:t>consumers = subscribers.get(event)</a:t>
                </a:r>
              </a:p>
              <a:p>
                <a:r>
                  <a:rPr lang="en-US" sz="1000" b="1" noProof="1">
                    <a:latin typeface="Consolas" panose="020B0609020204030204" pitchFamily="49" charset="0"/>
                  </a:rPr>
                  <a:t>for c in consumers {</a:t>
                </a:r>
              </a:p>
              <a:p>
                <a:r>
                  <a:rPr lang="en-US" sz="1000" b="1" noProof="1">
                    <a:latin typeface="Consolas" panose="020B0609020204030204" pitchFamily="49" charset="0"/>
                  </a:rPr>
                  <a:t>	c </a:t>
                </a:r>
                <a:r>
                  <a:rPr lang="en-US" sz="1000" b="1" noProof="1">
                    <a:latin typeface="Consolas" panose="020B0609020204030204" pitchFamily="49" charset="0"/>
                    <a:sym typeface="Wingdings" panose="05000000000000000000" pitchFamily="2" charset="2"/>
                  </a:rPr>
                  <a:t> accept(event);</a:t>
                </a:r>
              </a:p>
              <a:p>
                <a:r>
                  <a:rPr lang="en-US" sz="1000" b="1" noProof="1">
                    <a:latin typeface="Consolas" panose="020B0609020204030204" pitchFamily="49" charset="0"/>
                    <a:sym typeface="Wingdings" panose="05000000000000000000" pitchFamily="2" charset="2"/>
                  </a:rPr>
                  <a:t>}</a:t>
                </a:r>
              </a:p>
              <a:p>
                <a:endParaRPr lang="en-US" sz="1200" noProof="1">
                  <a:sym typeface="Wingdings" panose="05000000000000000000" pitchFamily="2" charset="2"/>
                </a:endParaRPr>
              </a:p>
              <a:p>
                <a:r>
                  <a:rPr lang="en-US" sz="1200" noProof="1">
                    <a:sym typeface="Wingdings" panose="05000000000000000000" pitchFamily="2" charset="2"/>
                  </a:rPr>
                  <a:t>Delegated from all classes with methods marked as {publisher} including those not shown here</a:t>
                </a:r>
                <a:endParaRPr lang="en-US" sz="1200" noProof="1"/>
              </a:p>
            </p:txBody>
          </p: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79FD39A-86CE-437A-D364-FC9BE8C77025}"/>
              </a:ext>
            </a:extLst>
          </p:cNvPr>
          <p:cNvGrpSpPr/>
          <p:nvPr/>
        </p:nvGrpSpPr>
        <p:grpSpPr>
          <a:xfrm>
            <a:off x="29271338" y="15100929"/>
            <a:ext cx="18977381" cy="5512648"/>
            <a:chOff x="4040413" y="10481347"/>
            <a:chExt cx="18977381" cy="5512648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DE205D41-E8EA-E6D1-3CC1-6E050B536DF1}"/>
                </a:ext>
              </a:extLst>
            </p:cNvPr>
            <p:cNvGrpSpPr/>
            <p:nvPr/>
          </p:nvGrpSpPr>
          <p:grpSpPr>
            <a:xfrm>
              <a:off x="4040413" y="10481347"/>
              <a:ext cx="2291640" cy="922806"/>
              <a:chOff x="11417383" y="8243489"/>
              <a:chExt cx="2524340" cy="922806"/>
            </a:xfrm>
          </p:grpSpPr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C7F91DCA-E191-511E-C863-92A29034324A}"/>
                  </a:ext>
                </a:extLst>
              </p:cNvPr>
              <p:cNvSpPr txBox="1"/>
              <p:nvPr/>
            </p:nvSpPr>
            <p:spPr>
              <a:xfrm>
                <a:off x="11417383" y="8243489"/>
                <a:ext cx="2524340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«interface»</a:t>
                </a:r>
              </a:p>
              <a:p>
                <a:pPr algn="ctr"/>
                <a:r>
                  <a:rPr lang="en-US" noProof="1"/>
                  <a:t>GameWindow</a:t>
                </a:r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8A4B252D-ACA3-E721-F995-DE9892239F1F}"/>
                  </a:ext>
                </a:extLst>
              </p:cNvPr>
              <p:cNvSpPr txBox="1"/>
              <p:nvPr/>
            </p:nvSpPr>
            <p:spPr>
              <a:xfrm>
                <a:off x="11417383" y="8889296"/>
                <a:ext cx="252434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getPanel() : JPanel</a:t>
                </a: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D4733CCC-D848-5144-9523-9AB5C3A6FAB6}"/>
                </a:ext>
              </a:extLst>
            </p:cNvPr>
            <p:cNvGrpSpPr/>
            <p:nvPr/>
          </p:nvGrpSpPr>
          <p:grpSpPr>
            <a:xfrm>
              <a:off x="6051668" y="10671325"/>
              <a:ext cx="2942463" cy="1015663"/>
              <a:chOff x="33166953" y="6406254"/>
              <a:chExt cx="2942463" cy="1015663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F50D0067-E9D9-39DC-E8EF-D2D744E09331}"/>
                  </a:ext>
                </a:extLst>
              </p:cNvPr>
              <p:cNvGrpSpPr/>
              <p:nvPr/>
            </p:nvGrpSpPr>
            <p:grpSpPr>
              <a:xfrm>
                <a:off x="33166953" y="6624357"/>
                <a:ext cx="1098525" cy="128027"/>
                <a:chOff x="8382064" y="4308105"/>
                <a:chExt cx="1098525" cy="128027"/>
              </a:xfrm>
            </p:grpSpPr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591B2F1A-3E7C-AF06-F545-0F969B03835F}"/>
                    </a:ext>
                  </a:extLst>
                </p:cNvPr>
                <p:cNvSpPr/>
                <p:nvPr/>
              </p:nvSpPr>
              <p:spPr>
                <a:xfrm>
                  <a:off x="8382064" y="4308105"/>
                  <a:ext cx="128027" cy="12802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/>
                </a:p>
              </p:txBody>
            </p: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16AFB58E-9E70-FCDA-9D92-0CE65279FF20}"/>
                    </a:ext>
                  </a:extLst>
                </p:cNvPr>
                <p:cNvCxnSpPr>
                  <a:cxnSpLocks/>
                  <a:stCxn id="219" idx="6"/>
                </p:cNvCxnSpPr>
                <p:nvPr/>
              </p:nvCxnSpPr>
              <p:spPr>
                <a:xfrm flipV="1">
                  <a:off x="8510091" y="4372118"/>
                  <a:ext cx="970498" cy="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769C8719-E892-7C45-8584-5114CFB70AAA}"/>
                  </a:ext>
                </a:extLst>
              </p:cNvPr>
              <p:cNvGrpSpPr/>
              <p:nvPr/>
            </p:nvGrpSpPr>
            <p:grpSpPr>
              <a:xfrm>
                <a:off x="34265477" y="6406254"/>
                <a:ext cx="1843939" cy="1015663"/>
                <a:chOff x="34265477" y="6406254"/>
                <a:chExt cx="1843939" cy="1015663"/>
              </a:xfrm>
            </p:grpSpPr>
            <p:sp>
              <p:nvSpPr>
                <p:cNvPr id="217" name="Rectangle: Folded Corner 216">
                  <a:extLst>
                    <a:ext uri="{FF2B5EF4-FFF2-40B4-BE49-F238E27FC236}">
                      <a16:creationId xmlns:a16="http://schemas.microsoft.com/office/drawing/2014/main" id="{4B4D02DD-E2EC-B067-5794-E60298C584FF}"/>
                    </a:ext>
                  </a:extLst>
                </p:cNvPr>
                <p:cNvSpPr/>
                <p:nvPr/>
              </p:nvSpPr>
              <p:spPr>
                <a:xfrm flipV="1">
                  <a:off x="34265477" y="6406254"/>
                  <a:ext cx="1823619" cy="1015663"/>
                </a:xfrm>
                <a:prstGeom prst="foldedCorner">
                  <a:avLst>
                    <a:gd name="adj" fmla="val 17752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729A98B3-1479-0275-87E9-FB6B20C7C0FF}"/>
                    </a:ext>
                  </a:extLst>
                </p:cNvPr>
                <p:cNvSpPr txBox="1"/>
                <p:nvPr/>
              </p:nvSpPr>
              <p:spPr>
                <a:xfrm>
                  <a:off x="34265478" y="6406254"/>
                  <a:ext cx="1843938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noProof="1"/>
                    <a:t>Also implemented by: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EndWindow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LevelTransition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ModeTwoWindow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200" noProof="1"/>
                    <a:t>TitleWindow</a:t>
                  </a:r>
                </a:p>
              </p:txBody>
            </p:sp>
          </p:grp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6C9AE318-0D60-C5E5-C443-591222F026F1}"/>
                </a:ext>
              </a:extLst>
            </p:cNvPr>
            <p:cNvGrpSpPr/>
            <p:nvPr/>
          </p:nvGrpSpPr>
          <p:grpSpPr>
            <a:xfrm>
              <a:off x="4040413" y="13960758"/>
              <a:ext cx="2347829" cy="1294081"/>
              <a:chOff x="4707162" y="10467214"/>
              <a:chExt cx="4695657" cy="1294081"/>
            </a:xfrm>
          </p:grpSpPr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1D68F9BC-860A-D499-0508-5E5E5DE990C6}"/>
                  </a:ext>
                </a:extLst>
              </p:cNvPr>
              <p:cNvSpPr txBox="1"/>
              <p:nvPr/>
            </p:nvSpPr>
            <p:spPr>
              <a:xfrm>
                <a:off x="4707163" y="10467214"/>
                <a:ext cx="4695656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ModeOneWindow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096A7E84-CA5B-FFD5-D14B-9AD80E3035CC}"/>
                  </a:ext>
                </a:extLst>
              </p:cNvPr>
              <p:cNvSpPr txBox="1"/>
              <p:nvPr/>
            </p:nvSpPr>
            <p:spPr>
              <a:xfrm>
                <a:off x="4707162" y="10836546"/>
                <a:ext cx="4695656" cy="6463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- lanes : List&lt;LaneView&gt;</a:t>
                </a:r>
              </a:p>
              <a:p>
                <a:r>
                  <a:rPr lang="en-US" sz="1200" noProof="1"/>
                  <a:t>- scoreLabel : ScoreLabel</a:t>
                </a:r>
              </a:p>
              <a:p>
                <a:r>
                  <a:rPr lang="en-US" sz="1200" noProof="1"/>
                  <a:t>- levelLabel : LevelLabel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DE6159BC-3F05-798C-1455-7B65F4748F7C}"/>
                  </a:ext>
                </a:extLst>
              </p:cNvPr>
              <p:cNvSpPr txBox="1"/>
              <p:nvPr/>
            </p:nvSpPr>
            <p:spPr>
              <a:xfrm>
                <a:off x="4707162" y="11484296"/>
                <a:ext cx="4695656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update() : void</a:t>
                </a: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59DC5AB2-5745-A1E8-4DD1-3E3C14EC7FE2}"/>
                </a:ext>
              </a:extLst>
            </p:cNvPr>
            <p:cNvGrpSpPr/>
            <p:nvPr/>
          </p:nvGrpSpPr>
          <p:grpSpPr>
            <a:xfrm>
              <a:off x="8378672" y="12899623"/>
              <a:ext cx="3419959" cy="830199"/>
              <a:chOff x="4707162" y="10467214"/>
              <a:chExt cx="4695657" cy="830199"/>
            </a:xfrm>
          </p:grpSpPr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7CBBCA88-A9FF-2792-59BA-CD9494D82314}"/>
                  </a:ext>
                </a:extLst>
              </p:cNvPr>
              <p:cNvSpPr txBox="1"/>
              <p:nvPr/>
            </p:nvSpPr>
            <p:spPr>
              <a:xfrm>
                <a:off x="4707163" y="10467214"/>
                <a:ext cx="4695656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ScoreLabel : JLabel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FB9527A-DC7A-AF61-1F83-F550DD60DCA6}"/>
                  </a:ext>
                </a:extLst>
              </p:cNvPr>
              <p:cNvSpPr txBox="1"/>
              <p:nvPr/>
            </p:nvSpPr>
            <p:spPr>
              <a:xfrm>
                <a:off x="4707162" y="10835748"/>
                <a:ext cx="4695656" cy="4616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updateScore(event : ScoreChangedEvent) : void {subscriber}</a:t>
                </a: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A5989983-E187-1324-FEFB-4C7EBA91C79F}"/>
                </a:ext>
              </a:extLst>
            </p:cNvPr>
            <p:cNvGrpSpPr/>
            <p:nvPr/>
          </p:nvGrpSpPr>
          <p:grpSpPr>
            <a:xfrm>
              <a:off x="8378671" y="11885157"/>
              <a:ext cx="3419959" cy="830199"/>
              <a:chOff x="4707162" y="10467214"/>
              <a:chExt cx="4695657" cy="830199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56D05E3D-61B2-21DF-1514-F95D4C5D40F1}"/>
                  </a:ext>
                </a:extLst>
              </p:cNvPr>
              <p:cNvSpPr txBox="1"/>
              <p:nvPr/>
            </p:nvSpPr>
            <p:spPr>
              <a:xfrm>
                <a:off x="4707163" y="10467214"/>
                <a:ext cx="4695656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LevelLabel : JLabel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446F6F96-966D-5CDD-1343-336EF5961121}"/>
                  </a:ext>
                </a:extLst>
              </p:cNvPr>
              <p:cNvSpPr txBox="1"/>
              <p:nvPr/>
            </p:nvSpPr>
            <p:spPr>
              <a:xfrm>
                <a:off x="4707162" y="10835748"/>
                <a:ext cx="4695656" cy="4616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updateLevel(event : LevelChangedEvent) : void {subscriber}</a:t>
                </a: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28932131-92D3-B251-E0EB-06940B41E310}"/>
                </a:ext>
              </a:extLst>
            </p:cNvPr>
            <p:cNvGrpSpPr/>
            <p:nvPr/>
          </p:nvGrpSpPr>
          <p:grpSpPr>
            <a:xfrm>
              <a:off x="8378672" y="13962669"/>
              <a:ext cx="4695657" cy="2031326"/>
              <a:chOff x="4707162" y="10467214"/>
              <a:chExt cx="4695657" cy="2031326"/>
            </a:xfrm>
          </p:grpSpPr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CAA4588D-9895-E290-E6F7-3C5C76582C63}"/>
                  </a:ext>
                </a:extLst>
              </p:cNvPr>
              <p:cNvSpPr txBox="1"/>
              <p:nvPr/>
            </p:nvSpPr>
            <p:spPr>
              <a:xfrm>
                <a:off x="4707163" y="10467214"/>
                <a:ext cx="4695656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LaneView : JPanel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CFC31D5-4BCD-66F2-9D08-B666510D7009}"/>
                  </a:ext>
                </a:extLst>
              </p:cNvPr>
              <p:cNvSpPr txBox="1"/>
              <p:nvPr/>
            </p:nvSpPr>
            <p:spPr>
              <a:xfrm>
                <a:off x="4707162" y="10836546"/>
                <a:ext cx="4695656" cy="4616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- activeBlocks : List&lt;BlockView&gt;</a:t>
                </a:r>
              </a:p>
              <a:p>
                <a:r>
                  <a:rPr lang="en-US" sz="1200" noProof="1"/>
                  <a:t>- deltaY : int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C82C42FA-5538-E226-0570-BECA1B035672}"/>
                  </a:ext>
                </a:extLst>
              </p:cNvPr>
              <p:cNvSpPr txBox="1"/>
              <p:nvPr/>
            </p:nvSpPr>
            <p:spPr>
              <a:xfrm>
                <a:off x="4707163" y="11298211"/>
                <a:ext cx="4695656" cy="120032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addBlockToLane(event : BlockCreatedEvent) : void {subscriber}</a:t>
                </a:r>
              </a:p>
              <a:p>
                <a:r>
                  <a:rPr lang="en-US" sz="1200" noProof="1"/>
                  <a:t>+ wrongAnswer(event : WrongResponseEvent) : void {subscriber}</a:t>
                </a:r>
              </a:p>
              <a:p>
                <a:r>
                  <a:rPr lang="en-US" sz="1200" noProof="1"/>
                  <a:t>+ correctAnswer(event : CorrectResponseEvent) : void {subscriber}</a:t>
                </a:r>
              </a:p>
              <a:p>
                <a:r>
                  <a:rPr lang="en-US" sz="1200" noProof="1"/>
                  <a:t>+ updateDeltaY(event : TravelTimeChangedEvent) : void {subscriber}</a:t>
                </a:r>
              </a:p>
              <a:p>
                <a:r>
                  <a:rPr lang="en-US" sz="1200" noProof="1"/>
                  <a:t>+ removeBlockFromLane(event : BlockHasHitBottomEvent) : void {subscriber}</a:t>
                </a: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6CB289A-14D4-D1E8-3653-8105F6051F0B}"/>
                </a:ext>
              </a:extLst>
            </p:cNvPr>
            <p:cNvGrpSpPr/>
            <p:nvPr/>
          </p:nvGrpSpPr>
          <p:grpSpPr>
            <a:xfrm>
              <a:off x="15070131" y="13960758"/>
              <a:ext cx="2975931" cy="920155"/>
              <a:chOff x="4707162" y="10467214"/>
              <a:chExt cx="2975931" cy="920155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8F3EF70-31D2-2BE0-B0D9-CE5EF73CE026}"/>
                  </a:ext>
                </a:extLst>
              </p:cNvPr>
              <p:cNvSpPr txBox="1"/>
              <p:nvPr/>
            </p:nvSpPr>
            <p:spPr>
              <a:xfrm>
                <a:off x="4707163" y="10467214"/>
                <a:ext cx="2975930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BlockView : JPanel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7C74BF34-8254-0BE5-DAF5-4967068B0C87}"/>
                  </a:ext>
                </a:extLst>
              </p:cNvPr>
              <p:cNvSpPr txBox="1"/>
              <p:nvPr/>
            </p:nvSpPr>
            <p:spPr>
              <a:xfrm>
                <a:off x="4707162" y="10836546"/>
                <a:ext cx="297593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- block : Block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8513F1E9-6CF0-C25E-3EC6-53AEC4FE2499}"/>
                  </a:ext>
                </a:extLst>
              </p:cNvPr>
              <p:cNvSpPr txBox="1"/>
              <p:nvPr/>
            </p:nvSpPr>
            <p:spPr>
              <a:xfrm>
                <a:off x="4707162" y="11110370"/>
                <a:ext cx="2975930" cy="276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+ moveDown(deltaY : int) : void {publisher}</a:t>
                </a: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4F9080A8-02E2-A7D9-9B98-56DC03BDE985}"/>
                </a:ext>
              </a:extLst>
            </p:cNvPr>
            <p:cNvGrpSpPr/>
            <p:nvPr/>
          </p:nvGrpSpPr>
          <p:grpSpPr>
            <a:xfrm>
              <a:off x="20041863" y="13960758"/>
              <a:ext cx="2975931" cy="830997"/>
              <a:chOff x="4707162" y="10467214"/>
              <a:chExt cx="2975931" cy="830997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6BC50313-EAFF-9768-5658-CF5267D36202}"/>
                  </a:ext>
                </a:extLst>
              </p:cNvPr>
              <p:cNvSpPr txBox="1"/>
              <p:nvPr/>
            </p:nvSpPr>
            <p:spPr>
              <a:xfrm>
                <a:off x="4707163" y="10467214"/>
                <a:ext cx="2975930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1"/>
                  <a:t>Block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168A6F7-B81C-5F53-42B6-90B55B700068}"/>
                  </a:ext>
                </a:extLst>
              </p:cNvPr>
              <p:cNvSpPr txBox="1"/>
              <p:nvPr/>
            </p:nvSpPr>
            <p:spPr>
              <a:xfrm>
                <a:off x="4707162" y="10836546"/>
                <a:ext cx="2975930" cy="4616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- number : int</a:t>
                </a:r>
              </a:p>
              <a:p>
                <a:r>
                  <a:rPr lang="en-US" sz="1200" noProof="1"/>
                  <a:t>- isRed : boolean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9AE1BD18-FF3D-649E-4C34-C66AC142691F}"/>
                </a:ext>
              </a:extLst>
            </p:cNvPr>
            <p:cNvGrpSpPr/>
            <p:nvPr/>
          </p:nvGrpSpPr>
          <p:grpSpPr>
            <a:xfrm>
              <a:off x="13085903" y="13868425"/>
              <a:ext cx="1984228" cy="565344"/>
              <a:chOff x="6132578" y="12506570"/>
              <a:chExt cx="1984228" cy="565344"/>
            </a:xfrm>
          </p:grpSpPr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751C5722-3C22-5149-9A17-6138548B31B6}"/>
                  </a:ext>
                </a:extLst>
              </p:cNvPr>
              <p:cNvGrpSpPr/>
              <p:nvPr/>
            </p:nvGrpSpPr>
            <p:grpSpPr>
              <a:xfrm>
                <a:off x="6132578" y="12656416"/>
                <a:ext cx="1984228" cy="276999"/>
                <a:chOff x="8167892" y="3066807"/>
                <a:chExt cx="2367342" cy="239004"/>
              </a:xfrm>
            </p:grpSpPr>
            <p:cxnSp>
              <p:nvCxnSpPr>
                <p:cNvPr id="198" name="Straight Arrow Connector 197">
                  <a:extLst>
                    <a:ext uri="{FF2B5EF4-FFF2-40B4-BE49-F238E27FC236}">
                      <a16:creationId xmlns:a16="http://schemas.microsoft.com/office/drawing/2014/main" id="{46609750-5999-BB47-92BC-5F1CA3392CD4}"/>
                    </a:ext>
                  </a:extLst>
                </p:cNvPr>
                <p:cNvCxnSpPr>
                  <a:cxnSpLocks/>
                  <a:stCxn id="199" idx="3"/>
                </p:cNvCxnSpPr>
                <p:nvPr/>
              </p:nvCxnSpPr>
              <p:spPr>
                <a:xfrm>
                  <a:off x="8629676" y="3186309"/>
                  <a:ext cx="1905558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Diamond 198">
                  <a:extLst>
                    <a:ext uri="{FF2B5EF4-FFF2-40B4-BE49-F238E27FC236}">
                      <a16:creationId xmlns:a16="http://schemas.microsoft.com/office/drawing/2014/main" id="{F7FE87E3-B9C2-9A2E-A375-9544C6EF39E4}"/>
                    </a:ext>
                  </a:extLst>
                </p:cNvPr>
                <p:cNvSpPr/>
                <p:nvPr/>
              </p:nvSpPr>
              <p:spPr>
                <a:xfrm>
                  <a:off x="8167892" y="3066807"/>
                  <a:ext cx="461784" cy="239004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/>
                </a:p>
              </p:txBody>
            </p:sp>
          </p:grp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BDAF63F-4AE2-56BF-D50A-594C5C2A4729}"/>
                  </a:ext>
                </a:extLst>
              </p:cNvPr>
              <p:cNvSpPr txBox="1"/>
              <p:nvPr/>
            </p:nvSpPr>
            <p:spPr>
              <a:xfrm>
                <a:off x="7133152" y="12506570"/>
                <a:ext cx="803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«List» 0..*</a:t>
                </a:r>
                <a:endParaRPr lang="en-US" sz="1000" noProof="1">
                  <a:effectLst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AA26124-810E-46E9-B29E-B57C14A4DDB1}"/>
                  </a:ext>
                </a:extLst>
              </p:cNvPr>
              <p:cNvSpPr txBox="1"/>
              <p:nvPr/>
            </p:nvSpPr>
            <p:spPr>
              <a:xfrm>
                <a:off x="6991389" y="12794915"/>
                <a:ext cx="10290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activeBlocks</a:t>
                </a:r>
                <a:endParaRPr lang="en-US" sz="1000" noProof="1">
                  <a:effectLst/>
                </a:endParaRP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363278FC-E402-E0C4-C72E-B0F175B8807A}"/>
                </a:ext>
              </a:extLst>
            </p:cNvPr>
            <p:cNvGrpSpPr/>
            <p:nvPr/>
          </p:nvGrpSpPr>
          <p:grpSpPr>
            <a:xfrm>
              <a:off x="18057636" y="13868424"/>
              <a:ext cx="1984228" cy="553998"/>
              <a:chOff x="6132578" y="12512242"/>
              <a:chExt cx="1984228" cy="553998"/>
            </a:xfrm>
          </p:grpSpPr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62EFBCE3-3EAB-8104-79FF-1F2A440CC19C}"/>
                  </a:ext>
                </a:extLst>
              </p:cNvPr>
              <p:cNvGrpSpPr/>
              <p:nvPr/>
            </p:nvGrpSpPr>
            <p:grpSpPr>
              <a:xfrm>
                <a:off x="6132578" y="12656416"/>
                <a:ext cx="1984228" cy="276999"/>
                <a:chOff x="8167892" y="3066807"/>
                <a:chExt cx="2367342" cy="239004"/>
              </a:xfrm>
            </p:grpSpPr>
            <p:cxnSp>
              <p:nvCxnSpPr>
                <p:cNvPr id="193" name="Straight Arrow Connector 192">
                  <a:extLst>
                    <a:ext uri="{FF2B5EF4-FFF2-40B4-BE49-F238E27FC236}">
                      <a16:creationId xmlns:a16="http://schemas.microsoft.com/office/drawing/2014/main" id="{C87110C2-4E3F-9060-F0DD-21854B62716E}"/>
                    </a:ext>
                  </a:extLst>
                </p:cNvPr>
                <p:cNvCxnSpPr>
                  <a:cxnSpLocks/>
                  <a:stCxn id="194" idx="3"/>
                </p:cNvCxnSpPr>
                <p:nvPr/>
              </p:nvCxnSpPr>
              <p:spPr>
                <a:xfrm>
                  <a:off x="8629676" y="3186309"/>
                  <a:ext cx="1905558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" name="Diamond 193">
                  <a:extLst>
                    <a:ext uri="{FF2B5EF4-FFF2-40B4-BE49-F238E27FC236}">
                      <a16:creationId xmlns:a16="http://schemas.microsoft.com/office/drawing/2014/main" id="{C2CBDD5F-053C-DA00-7C8B-29465866B620}"/>
                    </a:ext>
                  </a:extLst>
                </p:cNvPr>
                <p:cNvSpPr/>
                <p:nvPr/>
              </p:nvSpPr>
              <p:spPr>
                <a:xfrm>
                  <a:off x="8167892" y="3066807"/>
                  <a:ext cx="461784" cy="239004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1"/>
                </a:p>
              </p:txBody>
            </p: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9011FFB-30C2-6620-41B4-0F814DA1C745}"/>
                  </a:ext>
                </a:extLst>
              </p:cNvPr>
              <p:cNvSpPr txBox="1"/>
              <p:nvPr/>
            </p:nvSpPr>
            <p:spPr>
              <a:xfrm>
                <a:off x="7668999" y="1251224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1</a:t>
                </a:r>
                <a:endParaRPr lang="en-US" sz="1000" noProof="1">
                  <a:effectLst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1ACDE8D-04FA-9492-921C-6CC23D6B0DAA}"/>
                  </a:ext>
                </a:extLst>
              </p:cNvPr>
              <p:cNvSpPr txBox="1"/>
              <p:nvPr/>
            </p:nvSpPr>
            <p:spPr>
              <a:xfrm>
                <a:off x="7447895" y="12789241"/>
                <a:ext cx="551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block</a:t>
                </a:r>
                <a:endParaRPr lang="en-US" sz="1000" noProof="1">
                  <a:effectLst/>
                </a:endParaRP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7C91B8CA-E86E-035D-47DC-79249FFCFA25}"/>
                </a:ext>
              </a:extLst>
            </p:cNvPr>
            <p:cNvGrpSpPr/>
            <p:nvPr/>
          </p:nvGrpSpPr>
          <p:grpSpPr>
            <a:xfrm>
              <a:off x="6394443" y="11781478"/>
              <a:ext cx="1984230" cy="2648450"/>
              <a:chOff x="6394443" y="11781478"/>
              <a:chExt cx="1984230" cy="2648450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3621EF8D-0B0E-67BB-6078-8D4B80EBA053}"/>
                  </a:ext>
                </a:extLst>
              </p:cNvPr>
              <p:cNvGrpSpPr/>
              <p:nvPr/>
            </p:nvGrpSpPr>
            <p:grpSpPr>
              <a:xfrm>
                <a:off x="6394443" y="13864584"/>
                <a:ext cx="1984228" cy="565344"/>
                <a:chOff x="6132578" y="12506570"/>
                <a:chExt cx="1984228" cy="565344"/>
              </a:xfrm>
            </p:grpSpPr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E8893869-5F26-35B7-374D-CBC9B93154E2}"/>
                    </a:ext>
                  </a:extLst>
                </p:cNvPr>
                <p:cNvGrpSpPr/>
                <p:nvPr/>
              </p:nvGrpSpPr>
              <p:grpSpPr>
                <a:xfrm>
                  <a:off x="6132578" y="12656416"/>
                  <a:ext cx="1984228" cy="276999"/>
                  <a:chOff x="8167892" y="3066807"/>
                  <a:chExt cx="2367342" cy="239004"/>
                </a:xfrm>
              </p:grpSpPr>
              <p:cxnSp>
                <p:nvCxnSpPr>
                  <p:cNvPr id="188" name="Straight Arrow Connector 187">
                    <a:extLst>
                      <a:ext uri="{FF2B5EF4-FFF2-40B4-BE49-F238E27FC236}">
                        <a16:creationId xmlns:a16="http://schemas.microsoft.com/office/drawing/2014/main" id="{B339CE5D-D4EA-247E-D31C-564D40E7A4BC}"/>
                      </a:ext>
                    </a:extLst>
                  </p:cNvPr>
                  <p:cNvCxnSpPr>
                    <a:cxnSpLocks/>
                    <a:stCxn id="189" idx="3"/>
                  </p:cNvCxnSpPr>
                  <p:nvPr/>
                </p:nvCxnSpPr>
                <p:spPr>
                  <a:xfrm>
                    <a:off x="8629676" y="3186309"/>
                    <a:ext cx="1905558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med" len="med"/>
                    <a:tailEnd type="arrow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9" name="Diamond 188">
                    <a:extLst>
                      <a:ext uri="{FF2B5EF4-FFF2-40B4-BE49-F238E27FC236}">
                        <a16:creationId xmlns:a16="http://schemas.microsoft.com/office/drawing/2014/main" id="{42476E08-BEC1-0ABC-B7F1-F4DC897F10BA}"/>
                      </a:ext>
                    </a:extLst>
                  </p:cNvPr>
                  <p:cNvSpPr/>
                  <p:nvPr/>
                </p:nvSpPr>
                <p:spPr>
                  <a:xfrm>
                    <a:off x="8167892" y="3066807"/>
                    <a:ext cx="461784" cy="239004"/>
                  </a:xfrm>
                  <a:prstGeom prst="diamond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1"/>
                  </a:p>
                </p:txBody>
              </p:sp>
            </p:grp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2679360D-EA0E-689E-FBCF-EEDBD7B96AE0}"/>
                    </a:ext>
                  </a:extLst>
                </p:cNvPr>
                <p:cNvSpPr txBox="1"/>
                <p:nvPr/>
              </p:nvSpPr>
              <p:spPr>
                <a:xfrm>
                  <a:off x="7180045" y="12506570"/>
                  <a:ext cx="66466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noProof="1"/>
                    <a:t>«List» 4</a:t>
                  </a:r>
                  <a:endParaRPr lang="en-US" sz="1000" noProof="1">
                    <a:effectLst/>
                  </a:endParaRPr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9E1076C-C35E-C98D-F3B9-EC3DC4F98534}"/>
                    </a:ext>
                  </a:extLst>
                </p:cNvPr>
                <p:cNvSpPr txBox="1"/>
                <p:nvPr/>
              </p:nvSpPr>
              <p:spPr>
                <a:xfrm>
                  <a:off x="7452496" y="12794915"/>
                  <a:ext cx="5485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noProof="1"/>
                    <a:t>lanes</a:t>
                  </a:r>
                  <a:endParaRPr lang="en-US" sz="1000" noProof="1">
                    <a:effectLst/>
                  </a:endParaRPr>
                </a:p>
              </p:txBody>
            </p:sp>
          </p:grpSp>
          <p:cxnSp>
            <p:nvCxnSpPr>
              <p:cNvPr id="179" name="Connector: Elbow 178">
                <a:extLst>
                  <a:ext uri="{FF2B5EF4-FFF2-40B4-BE49-F238E27FC236}">
                    <a16:creationId xmlns:a16="http://schemas.microsoft.com/office/drawing/2014/main" id="{FD7F8BCA-E4CD-CCBF-384D-F2203ED5C910}"/>
                  </a:ext>
                </a:extLst>
              </p:cNvPr>
              <p:cNvCxnSpPr>
                <a:cxnSpLocks/>
                <a:endCxn id="210" idx="1"/>
              </p:cNvCxnSpPr>
              <p:nvPr/>
            </p:nvCxnSpPr>
            <p:spPr>
              <a:xfrm flipV="1">
                <a:off x="7202581" y="13084289"/>
                <a:ext cx="1176092" cy="1068641"/>
              </a:xfrm>
              <a:prstGeom prst="bentConnector3">
                <a:avLst>
                  <a:gd name="adj1" fmla="val -5820"/>
                </a:avLst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Connector: Elbow 179">
                <a:extLst>
                  <a:ext uri="{FF2B5EF4-FFF2-40B4-BE49-F238E27FC236}">
                    <a16:creationId xmlns:a16="http://schemas.microsoft.com/office/drawing/2014/main" id="{BAC27F04-47A6-40E8-9F6A-21D8592DFD82}"/>
                  </a:ext>
                </a:extLst>
              </p:cNvPr>
              <p:cNvCxnSpPr>
                <a:cxnSpLocks/>
                <a:endCxn id="208" idx="1"/>
              </p:cNvCxnSpPr>
              <p:nvPr/>
            </p:nvCxnSpPr>
            <p:spPr>
              <a:xfrm flipV="1">
                <a:off x="7146342" y="12069823"/>
                <a:ext cx="1232330" cy="1010529"/>
              </a:xfrm>
              <a:prstGeom prst="bentConnector3">
                <a:avLst>
                  <a:gd name="adj1" fmla="val 14059"/>
                </a:avLst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5557FF7-37B5-A0BA-713D-D1B6331A3102}"/>
                  </a:ext>
                </a:extLst>
              </p:cNvPr>
              <p:cNvSpPr txBox="1"/>
              <p:nvPr/>
            </p:nvSpPr>
            <p:spPr>
              <a:xfrm>
                <a:off x="7996489" y="12807291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1</a:t>
                </a:r>
                <a:endParaRPr lang="en-US" sz="1000" noProof="1">
                  <a:effectLst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7FDF3C67-9153-1FA5-5A22-22C624D98243}"/>
                  </a:ext>
                </a:extLst>
              </p:cNvPr>
              <p:cNvSpPr txBox="1"/>
              <p:nvPr/>
            </p:nvSpPr>
            <p:spPr>
              <a:xfrm>
                <a:off x="7996489" y="11781478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1</a:t>
                </a:r>
                <a:endParaRPr lang="en-US" sz="1000" noProof="1">
                  <a:effectLst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523B0D8-A732-90DB-E050-F5746D42BEE9}"/>
                  </a:ext>
                </a:extLst>
              </p:cNvPr>
              <p:cNvSpPr txBox="1"/>
              <p:nvPr/>
            </p:nvSpPr>
            <p:spPr>
              <a:xfrm>
                <a:off x="7456194" y="12058477"/>
                <a:ext cx="864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levelLabel</a:t>
                </a:r>
                <a:endParaRPr lang="en-US" sz="1000" noProof="1">
                  <a:effectLst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F8E477E-7B8B-FF94-8CF9-1E80A7127647}"/>
                  </a:ext>
                </a:extLst>
              </p:cNvPr>
              <p:cNvSpPr txBox="1"/>
              <p:nvPr/>
            </p:nvSpPr>
            <p:spPr>
              <a:xfrm>
                <a:off x="7395793" y="13080352"/>
                <a:ext cx="9249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noProof="1"/>
                  <a:t>scoreLabel</a:t>
                </a:r>
                <a:endParaRPr lang="en-US" sz="1000" noProof="1">
                  <a:effectLst/>
                </a:endParaRPr>
              </a:p>
            </p:txBody>
          </p:sp>
        </p:grpSp>
        <p:sp>
          <p:nvSpPr>
            <p:cNvPr id="177" name="Arrow: Up 176">
              <a:extLst>
                <a:ext uri="{FF2B5EF4-FFF2-40B4-BE49-F238E27FC236}">
                  <a16:creationId xmlns:a16="http://schemas.microsoft.com/office/drawing/2014/main" id="{56A034DD-4880-373A-E2B8-06AB8F281594}"/>
                </a:ext>
              </a:extLst>
            </p:cNvPr>
            <p:cNvSpPr/>
            <p:nvPr/>
          </p:nvSpPr>
          <p:spPr>
            <a:xfrm>
              <a:off x="5008004" y="11404153"/>
              <a:ext cx="380181" cy="2555186"/>
            </a:xfrm>
            <a:prstGeom prst="upArrow">
              <a:avLst>
                <a:gd name="adj1" fmla="val 0"/>
                <a:gd name="adj2" fmla="val 74771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EDB47738-6973-543E-9D1D-4A815CD19D11}"/>
              </a:ext>
            </a:extLst>
          </p:cNvPr>
          <p:cNvCxnSpPr>
            <a:cxnSpLocks/>
            <a:stCxn id="135" idx="3"/>
            <a:endCxn id="139" idx="1"/>
          </p:cNvCxnSpPr>
          <p:nvPr/>
        </p:nvCxnSpPr>
        <p:spPr>
          <a:xfrm>
            <a:off x="38112184" y="13433109"/>
            <a:ext cx="22167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71D12C5F-864C-4935-9DF0-4E0FBFA11AC7}"/>
              </a:ext>
            </a:extLst>
          </p:cNvPr>
          <p:cNvSpPr txBox="1"/>
          <p:nvPr/>
        </p:nvSpPr>
        <p:spPr>
          <a:xfrm>
            <a:off x="39188380" y="13156109"/>
            <a:ext cx="1140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 «manages» *</a:t>
            </a:r>
            <a:endParaRPr lang="en-US" sz="700" noProof="1">
              <a:effectLst/>
            </a:endParaRPr>
          </a:p>
        </p:txBody>
      </p: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1F8E0D42-1CEB-0A59-FD06-FEDFD3F4CCA4}"/>
              </a:ext>
            </a:extLst>
          </p:cNvPr>
          <p:cNvCxnSpPr>
            <a:cxnSpLocks/>
            <a:stCxn id="208" idx="3"/>
            <a:endCxn id="139" idx="2"/>
          </p:cNvCxnSpPr>
          <p:nvPr/>
        </p:nvCxnSpPr>
        <p:spPr>
          <a:xfrm flipV="1">
            <a:off x="37029555" y="13756274"/>
            <a:ext cx="4310267" cy="293313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259FD756-7D64-5552-6685-AF5D3E15E859}"/>
              </a:ext>
            </a:extLst>
          </p:cNvPr>
          <p:cNvCxnSpPr>
            <a:cxnSpLocks/>
            <a:stCxn id="210" idx="3"/>
          </p:cNvCxnSpPr>
          <p:nvPr/>
        </p:nvCxnSpPr>
        <p:spPr>
          <a:xfrm flipV="1">
            <a:off x="37029556" y="16689405"/>
            <a:ext cx="4310265" cy="1014466"/>
          </a:xfrm>
          <a:prstGeom prst="bentConnector3">
            <a:avLst>
              <a:gd name="adj1" fmla="val 6973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9DBB711-4A3F-DD6E-61E7-498A01F23B6E}"/>
              </a:ext>
            </a:extLst>
          </p:cNvPr>
          <p:cNvCxnSpPr/>
          <p:nvPr/>
        </p:nvCxnSpPr>
        <p:spPr>
          <a:xfrm flipV="1">
            <a:off x="37676935" y="17703871"/>
            <a:ext cx="0" cy="875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5AF60334-1AAE-D8B6-F022-3AD201914B0A}"/>
              </a:ext>
            </a:extLst>
          </p:cNvPr>
          <p:cNvSpPr txBox="1"/>
          <p:nvPr/>
        </p:nvSpPr>
        <p:spPr>
          <a:xfrm>
            <a:off x="40328885" y="16412406"/>
            <a:ext cx="1004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«parameter»</a:t>
            </a:r>
            <a:endParaRPr lang="en-US" sz="700" noProof="1">
              <a:effectLst/>
            </a:endParaRP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940D5EC-72D5-CE1C-76EA-6E6DFCE4A9EB}"/>
              </a:ext>
            </a:extLst>
          </p:cNvPr>
          <p:cNvGrpSpPr/>
          <p:nvPr/>
        </p:nvGrpSpPr>
        <p:grpSpPr>
          <a:xfrm>
            <a:off x="26742103" y="8396804"/>
            <a:ext cx="3434126" cy="208631"/>
            <a:chOff x="8167892" y="3066812"/>
            <a:chExt cx="2367342" cy="267210"/>
          </a:xfrm>
        </p:grpSpPr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862F6664-5260-01E9-F43A-4E43AF7A1665}"/>
                </a:ext>
              </a:extLst>
            </p:cNvPr>
            <p:cNvCxnSpPr>
              <a:cxnSpLocks/>
              <a:stCxn id="231" idx="3"/>
            </p:cNvCxnSpPr>
            <p:nvPr/>
          </p:nvCxnSpPr>
          <p:spPr>
            <a:xfrm flipV="1">
              <a:off x="8516787" y="3186309"/>
              <a:ext cx="2018447" cy="1410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Diamond 230">
              <a:extLst>
                <a:ext uri="{FF2B5EF4-FFF2-40B4-BE49-F238E27FC236}">
                  <a16:creationId xmlns:a16="http://schemas.microsoft.com/office/drawing/2014/main" id="{57B93791-676B-4A5F-5946-6B39AB18B010}"/>
                </a:ext>
              </a:extLst>
            </p:cNvPr>
            <p:cNvSpPr/>
            <p:nvPr/>
          </p:nvSpPr>
          <p:spPr>
            <a:xfrm>
              <a:off x="8167892" y="3066812"/>
              <a:ext cx="348895" cy="26721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E1A22F50-9B43-9A51-C6EA-D764B4AA779F}"/>
              </a:ext>
            </a:extLst>
          </p:cNvPr>
          <p:cNvSpPr txBox="1"/>
          <p:nvPr/>
        </p:nvSpPr>
        <p:spPr>
          <a:xfrm>
            <a:off x="29395800" y="8532051"/>
            <a:ext cx="712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strategy</a:t>
            </a:r>
            <a:endParaRPr lang="en-GB" sz="1200" dirty="0"/>
          </a:p>
        </p:txBody>
      </p: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EF68960D-978F-F6CC-63DF-0BAA76702123}"/>
              </a:ext>
            </a:extLst>
          </p:cNvPr>
          <p:cNvCxnSpPr>
            <a:cxnSpLocks/>
            <a:stCxn id="21" idx="0"/>
            <a:endCxn id="42" idx="3"/>
          </p:cNvCxnSpPr>
          <p:nvPr/>
        </p:nvCxnSpPr>
        <p:spPr>
          <a:xfrm rot="16200000" flipV="1">
            <a:off x="28325909" y="5305858"/>
            <a:ext cx="2481371" cy="3434129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E269DE28-D22B-482C-08FD-B2E51DB958F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1283657" y="5782236"/>
            <a:ext cx="3408062" cy="75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285E83A9-483E-DA6A-E7EA-DF27BF2FB6DD}"/>
              </a:ext>
            </a:extLst>
          </p:cNvPr>
          <p:cNvSpPr txBox="1"/>
          <p:nvPr/>
        </p:nvSpPr>
        <p:spPr>
          <a:xfrm>
            <a:off x="33503167" y="5512793"/>
            <a:ext cx="1004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«parameter»</a:t>
            </a:r>
            <a:endParaRPr lang="en-US" sz="700" noProof="1">
              <a:effectLst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8134D31-7F82-B2B5-985F-3112DD4C95F6}"/>
              </a:ext>
            </a:extLst>
          </p:cNvPr>
          <p:cNvSpPr txBox="1"/>
          <p:nvPr/>
        </p:nvSpPr>
        <p:spPr>
          <a:xfrm>
            <a:off x="28059259" y="5505237"/>
            <a:ext cx="1004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«parameter»</a:t>
            </a:r>
            <a:endParaRPr lang="en-US" sz="700" noProof="1">
              <a:effectLst/>
            </a:endParaRPr>
          </a:p>
        </p:txBody>
      </p:sp>
      <p:cxnSp>
        <p:nvCxnSpPr>
          <p:cNvPr id="237" name="Connector: Elbow 236">
            <a:extLst>
              <a:ext uri="{FF2B5EF4-FFF2-40B4-BE49-F238E27FC236}">
                <a16:creationId xmlns:a16="http://schemas.microsoft.com/office/drawing/2014/main" id="{BC86CB26-37C9-DEB5-D43E-CF34C6BC7947}"/>
              </a:ext>
            </a:extLst>
          </p:cNvPr>
          <p:cNvCxnSpPr>
            <a:cxnSpLocks/>
            <a:stCxn id="131" idx="3"/>
            <a:endCxn id="135" idx="1"/>
          </p:cNvCxnSpPr>
          <p:nvPr/>
        </p:nvCxnSpPr>
        <p:spPr>
          <a:xfrm>
            <a:off x="32852052" y="11307427"/>
            <a:ext cx="1890102" cy="21256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C0A71602-1CDD-A95D-90D5-B33AA4457C95}"/>
              </a:ext>
            </a:extLst>
          </p:cNvPr>
          <p:cNvSpPr txBox="1"/>
          <p:nvPr/>
        </p:nvSpPr>
        <p:spPr>
          <a:xfrm>
            <a:off x="33773794" y="13165336"/>
            <a:ext cx="963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«delegates»</a:t>
            </a:r>
            <a:endParaRPr lang="en-US" sz="700" noProof="1">
              <a:effectLst/>
            </a:endParaRPr>
          </a:p>
        </p:txBody>
      </p: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884D9C14-E1C4-7143-69D0-5796ED3F7199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33797103" y="11307426"/>
            <a:ext cx="7542719" cy="180251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7678A43A-F46F-71D2-45B2-23D9912A8D10}"/>
              </a:ext>
            </a:extLst>
          </p:cNvPr>
          <p:cNvSpPr txBox="1"/>
          <p:nvPr/>
        </p:nvSpPr>
        <p:spPr>
          <a:xfrm>
            <a:off x="41389827" y="12694445"/>
            <a:ext cx="1004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«parameter»</a:t>
            </a:r>
            <a:endParaRPr lang="en-US" sz="700" noProof="1">
              <a:effectLst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5F53F3C7-606D-85B3-13D6-61C4F3681E89}"/>
              </a:ext>
            </a:extLst>
          </p:cNvPr>
          <p:cNvGrpSpPr/>
          <p:nvPr/>
        </p:nvGrpSpPr>
        <p:grpSpPr>
          <a:xfrm>
            <a:off x="38651205" y="8676582"/>
            <a:ext cx="3434126" cy="208631"/>
            <a:chOff x="8167892" y="3066812"/>
            <a:chExt cx="2367342" cy="267210"/>
          </a:xfrm>
        </p:grpSpPr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C074798F-7A11-9E40-44AE-69C650A9F5E7}"/>
                </a:ext>
              </a:extLst>
            </p:cNvPr>
            <p:cNvCxnSpPr>
              <a:cxnSpLocks/>
              <a:stCxn id="243" idx="3"/>
            </p:cNvCxnSpPr>
            <p:nvPr/>
          </p:nvCxnSpPr>
          <p:spPr>
            <a:xfrm flipV="1">
              <a:off x="8516787" y="3186309"/>
              <a:ext cx="2018447" cy="1410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Diamond 242">
              <a:extLst>
                <a:ext uri="{FF2B5EF4-FFF2-40B4-BE49-F238E27FC236}">
                  <a16:creationId xmlns:a16="http://schemas.microsoft.com/office/drawing/2014/main" id="{B3D1705B-A1D9-AD2E-A957-226BD069AE83}"/>
                </a:ext>
              </a:extLst>
            </p:cNvPr>
            <p:cNvSpPr/>
            <p:nvPr/>
          </p:nvSpPr>
          <p:spPr>
            <a:xfrm>
              <a:off x="8167892" y="3066812"/>
              <a:ext cx="348895" cy="26721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4" name="TextBox 243">
            <a:extLst>
              <a:ext uri="{FF2B5EF4-FFF2-40B4-BE49-F238E27FC236}">
                <a16:creationId xmlns:a16="http://schemas.microsoft.com/office/drawing/2014/main" id="{CF6A467E-81FF-C24B-421B-B200C0C7A01D}"/>
              </a:ext>
            </a:extLst>
          </p:cNvPr>
          <p:cNvSpPr txBox="1"/>
          <p:nvPr/>
        </p:nvSpPr>
        <p:spPr>
          <a:xfrm>
            <a:off x="41452136" y="8769882"/>
            <a:ext cx="519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state</a:t>
            </a:r>
            <a:endParaRPr lang="en-GB" sz="1200" dirty="0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28C96BE-A488-238C-8E65-620008707258}"/>
              </a:ext>
            </a:extLst>
          </p:cNvPr>
          <p:cNvGrpSpPr/>
          <p:nvPr/>
        </p:nvGrpSpPr>
        <p:grpSpPr>
          <a:xfrm>
            <a:off x="44525623" y="8780897"/>
            <a:ext cx="3339773" cy="1200329"/>
            <a:chOff x="33166953" y="6406254"/>
            <a:chExt cx="3339773" cy="1200329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BD5665E5-81FF-3812-3500-130234B7191E}"/>
                </a:ext>
              </a:extLst>
            </p:cNvPr>
            <p:cNvGrpSpPr/>
            <p:nvPr/>
          </p:nvGrpSpPr>
          <p:grpSpPr>
            <a:xfrm>
              <a:off x="33166953" y="6624357"/>
              <a:ext cx="1098525" cy="128027"/>
              <a:chOff x="8382064" y="4308105"/>
              <a:chExt cx="1098525" cy="128027"/>
            </a:xfrm>
          </p:grpSpPr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79893ACD-041F-38F6-D5AD-8EDF24ED4737}"/>
                  </a:ext>
                </a:extLst>
              </p:cNvPr>
              <p:cNvSpPr/>
              <p:nvPr/>
            </p:nvSpPr>
            <p:spPr>
              <a:xfrm>
                <a:off x="8382064" y="4308105"/>
                <a:ext cx="128027" cy="12802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FFB68D93-7052-2BF3-2B74-8B3205653447}"/>
                  </a:ext>
                </a:extLst>
              </p:cNvPr>
              <p:cNvCxnSpPr>
                <a:cxnSpLocks/>
                <a:stCxn id="250" idx="6"/>
              </p:cNvCxnSpPr>
              <p:nvPr/>
            </p:nvCxnSpPr>
            <p:spPr>
              <a:xfrm flipV="1">
                <a:off x="8510091" y="4372118"/>
                <a:ext cx="970498" cy="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8E3933F-ACAB-5F78-713E-D7DB71FA4EA6}"/>
                </a:ext>
              </a:extLst>
            </p:cNvPr>
            <p:cNvGrpSpPr/>
            <p:nvPr/>
          </p:nvGrpSpPr>
          <p:grpSpPr>
            <a:xfrm>
              <a:off x="34265477" y="6406254"/>
              <a:ext cx="2241249" cy="1200329"/>
              <a:chOff x="34265477" y="6406254"/>
              <a:chExt cx="2241249" cy="1200329"/>
            </a:xfrm>
          </p:grpSpPr>
          <p:sp>
            <p:nvSpPr>
              <p:cNvPr id="248" name="Rectangle: Folded Corner 247">
                <a:extLst>
                  <a:ext uri="{FF2B5EF4-FFF2-40B4-BE49-F238E27FC236}">
                    <a16:creationId xmlns:a16="http://schemas.microsoft.com/office/drawing/2014/main" id="{2239C8CC-8C7C-77BF-5620-6C23C1A36423}"/>
                  </a:ext>
                </a:extLst>
              </p:cNvPr>
              <p:cNvSpPr/>
              <p:nvPr/>
            </p:nvSpPr>
            <p:spPr>
              <a:xfrm flipV="1">
                <a:off x="34265477" y="6406254"/>
                <a:ext cx="2241249" cy="1186236"/>
              </a:xfrm>
              <a:prstGeom prst="foldedCorner">
                <a:avLst>
                  <a:gd name="adj" fmla="val 17752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14BE5275-6A00-ECE4-F0C3-5A4D462AA62A}"/>
                  </a:ext>
                </a:extLst>
              </p:cNvPr>
              <p:cNvSpPr txBox="1"/>
              <p:nvPr/>
            </p:nvSpPr>
            <p:spPr>
              <a:xfrm>
                <a:off x="34265478" y="6406254"/>
                <a:ext cx="22412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/>
                  <a:t>Implemented by: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noProof="1"/>
                  <a:t>ModeOneState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noProof="1"/>
                  <a:t>ModeTwoState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noProof="1"/>
                  <a:t>LevelTransitionState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noProof="1"/>
                  <a:t>NoHeartsState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noProof="1"/>
                  <a:t>PauseState</a:t>
                </a:r>
              </a:p>
            </p:txBody>
          </p:sp>
        </p:grpSp>
      </p:grp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EAD45DC5-F3ED-0A87-FC9C-CC5A54E0E0E0}"/>
              </a:ext>
            </a:extLst>
          </p:cNvPr>
          <p:cNvCxnSpPr>
            <a:cxnSpLocks/>
            <a:stCxn id="59" idx="3"/>
            <a:endCxn id="44" idx="1"/>
          </p:cNvCxnSpPr>
          <p:nvPr/>
        </p:nvCxnSpPr>
        <p:spPr>
          <a:xfrm>
            <a:off x="20708400" y="5780779"/>
            <a:ext cx="2074217" cy="14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FE0C905A-0AAC-E8EC-E1A7-B26F78FB3310}"/>
              </a:ext>
            </a:extLst>
          </p:cNvPr>
          <p:cNvSpPr txBox="1"/>
          <p:nvPr/>
        </p:nvSpPr>
        <p:spPr>
          <a:xfrm>
            <a:off x="21665450" y="5512793"/>
            <a:ext cx="1004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«parameter»</a:t>
            </a:r>
            <a:endParaRPr lang="en-US" sz="700" noProof="1">
              <a:effectLst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A158E9CD-FD69-2B61-975E-21E1E4563727}"/>
              </a:ext>
            </a:extLst>
          </p:cNvPr>
          <p:cNvGrpSpPr/>
          <p:nvPr/>
        </p:nvGrpSpPr>
        <p:grpSpPr>
          <a:xfrm flipV="1">
            <a:off x="16870125" y="8795229"/>
            <a:ext cx="5183470" cy="1000056"/>
            <a:chOff x="7444235" y="10025426"/>
            <a:chExt cx="5183470" cy="404186"/>
          </a:xfrm>
        </p:grpSpPr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A656D3A7-47E4-EBA4-14B3-47C0E5753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4235" y="10025427"/>
              <a:ext cx="51834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7F81FEE6-26F8-8FFB-2F4D-1D2DE2AF96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0560" y="10025427"/>
              <a:ext cx="0" cy="4041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14F8CA4E-2E60-2261-1FEC-14AE8D28DF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8605" y="10025427"/>
              <a:ext cx="0" cy="4041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E51F22E-37E3-90A6-4838-A2ED5CBF2F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8002" y="10025426"/>
              <a:ext cx="0" cy="4041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913A477C-C6E3-BE38-8F94-41A8E1C21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7705" y="10025427"/>
              <a:ext cx="0" cy="4041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0" name="Connector: Elbow 259">
            <a:extLst>
              <a:ext uri="{FF2B5EF4-FFF2-40B4-BE49-F238E27FC236}">
                <a16:creationId xmlns:a16="http://schemas.microsoft.com/office/drawing/2014/main" id="{1F2F5BD6-884F-0520-0323-48BE879DF3F6}"/>
              </a:ext>
            </a:extLst>
          </p:cNvPr>
          <p:cNvCxnSpPr>
            <a:cxnSpLocks/>
            <a:endCxn id="201" idx="2"/>
          </p:cNvCxnSpPr>
          <p:nvPr/>
        </p:nvCxnSpPr>
        <p:spPr>
          <a:xfrm>
            <a:off x="22053595" y="9801395"/>
            <a:ext cx="24707158" cy="9609942"/>
          </a:xfrm>
          <a:prstGeom prst="bentConnector4">
            <a:avLst>
              <a:gd name="adj1" fmla="val 1511"/>
              <a:gd name="adj2" fmla="val 118238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2BE7A87C-4683-A3CD-BA4C-A9CA28661656}"/>
              </a:ext>
            </a:extLst>
          </p:cNvPr>
          <p:cNvSpPr txBox="1"/>
          <p:nvPr/>
        </p:nvSpPr>
        <p:spPr>
          <a:xfrm>
            <a:off x="46819154" y="19556993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D2F311EF-7F2D-5387-0EFD-1CAA2F0BA325}"/>
              </a:ext>
            </a:extLst>
          </p:cNvPr>
          <p:cNvGrpSpPr/>
          <p:nvPr/>
        </p:nvGrpSpPr>
        <p:grpSpPr>
          <a:xfrm flipH="1">
            <a:off x="14201524" y="5512793"/>
            <a:ext cx="3970176" cy="471628"/>
            <a:chOff x="4785942" y="12000227"/>
            <a:chExt cx="2367342" cy="471628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CC56746B-FC97-753F-C41E-30A4537CA8BF}"/>
                </a:ext>
              </a:extLst>
            </p:cNvPr>
            <p:cNvGrpSpPr/>
            <p:nvPr/>
          </p:nvGrpSpPr>
          <p:grpSpPr>
            <a:xfrm flipH="1">
              <a:off x="4785942" y="12000227"/>
              <a:ext cx="2367342" cy="258002"/>
              <a:chOff x="8167892" y="3047809"/>
              <a:chExt cx="2367342" cy="258002"/>
            </a:xfrm>
          </p:grpSpPr>
          <p:cxnSp>
            <p:nvCxnSpPr>
              <p:cNvPr id="265" name="Straight Arrow Connector 264">
                <a:extLst>
                  <a:ext uri="{FF2B5EF4-FFF2-40B4-BE49-F238E27FC236}">
                    <a16:creationId xmlns:a16="http://schemas.microsoft.com/office/drawing/2014/main" id="{63E911F1-77E0-DAB9-4051-45D9F0CF7246}"/>
                  </a:ext>
                </a:extLst>
              </p:cNvPr>
              <p:cNvCxnSpPr>
                <a:cxnSpLocks/>
                <a:stCxn id="266" idx="3"/>
              </p:cNvCxnSpPr>
              <p:nvPr/>
            </p:nvCxnSpPr>
            <p:spPr>
              <a:xfrm>
                <a:off x="8486091" y="3176810"/>
                <a:ext cx="2049143" cy="94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Diamond 265">
                <a:extLst>
                  <a:ext uri="{FF2B5EF4-FFF2-40B4-BE49-F238E27FC236}">
                    <a16:creationId xmlns:a16="http://schemas.microsoft.com/office/drawing/2014/main" id="{DDB62B0B-F681-1ACE-6716-3138AABF9C9B}"/>
                  </a:ext>
                </a:extLst>
              </p:cNvPr>
              <p:cNvSpPr/>
              <p:nvPr/>
            </p:nvSpPr>
            <p:spPr>
              <a:xfrm>
                <a:off x="8167892" y="3047809"/>
                <a:ext cx="318199" cy="258002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</p:grp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8CD0CB35-E2D1-F446-E042-C960903EAF87}"/>
                </a:ext>
              </a:extLst>
            </p:cNvPr>
            <p:cNvSpPr txBox="1"/>
            <p:nvPr/>
          </p:nvSpPr>
          <p:spPr>
            <a:xfrm>
              <a:off x="4801390" y="12194856"/>
              <a:ext cx="950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1"/>
                <a:t>blockCreatorStrategy</a:t>
              </a:r>
            </a:p>
          </p:txBody>
        </p:sp>
      </p:grpSp>
      <p:cxnSp>
        <p:nvCxnSpPr>
          <p:cNvPr id="267" name="Connector: Elbow 266">
            <a:extLst>
              <a:ext uri="{FF2B5EF4-FFF2-40B4-BE49-F238E27FC236}">
                <a16:creationId xmlns:a16="http://schemas.microsoft.com/office/drawing/2014/main" id="{C581BEF9-DCA0-23F3-B2D0-8E678C21A5EA}"/>
              </a:ext>
            </a:extLst>
          </p:cNvPr>
          <p:cNvCxnSpPr>
            <a:cxnSpLocks/>
            <a:stCxn id="129" idx="1"/>
            <a:endCxn id="111" idx="3"/>
          </p:cNvCxnSpPr>
          <p:nvPr/>
        </p:nvCxnSpPr>
        <p:spPr>
          <a:xfrm rot="10800000" flipH="1" flipV="1">
            <a:off x="5036515" y="4241023"/>
            <a:ext cx="1811642" cy="1420231"/>
          </a:xfrm>
          <a:prstGeom prst="bentConnector3">
            <a:avLst>
              <a:gd name="adj1" fmla="val -2570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: Elbow 267">
            <a:extLst>
              <a:ext uri="{FF2B5EF4-FFF2-40B4-BE49-F238E27FC236}">
                <a16:creationId xmlns:a16="http://schemas.microsoft.com/office/drawing/2014/main" id="{C5149B08-BF23-BA77-6B54-88346399C61C}"/>
              </a:ext>
            </a:extLst>
          </p:cNvPr>
          <p:cNvCxnSpPr>
            <a:cxnSpLocks/>
            <a:stCxn id="127" idx="1"/>
            <a:endCxn id="111" idx="0"/>
          </p:cNvCxnSpPr>
          <p:nvPr/>
        </p:nvCxnSpPr>
        <p:spPr>
          <a:xfrm rot="10800000" flipV="1">
            <a:off x="7663676" y="4231711"/>
            <a:ext cx="184463" cy="124487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66978EFA-EE6A-ECBA-204C-D81273976AD9}"/>
              </a:ext>
            </a:extLst>
          </p:cNvPr>
          <p:cNvSpPr txBox="1"/>
          <p:nvPr/>
        </p:nvSpPr>
        <p:spPr>
          <a:xfrm>
            <a:off x="5925465" y="5393291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2DAFEA9F-A669-8BC1-AB3A-0D247A764C61}"/>
              </a:ext>
            </a:extLst>
          </p:cNvPr>
          <p:cNvCxnSpPr>
            <a:cxnSpLocks/>
            <a:stCxn id="110" idx="1"/>
            <a:endCxn id="88" idx="1"/>
          </p:cNvCxnSpPr>
          <p:nvPr/>
        </p:nvCxnSpPr>
        <p:spPr>
          <a:xfrm rot="10800000" flipH="1" flipV="1">
            <a:off x="2591557" y="8737043"/>
            <a:ext cx="6775043" cy="154784"/>
          </a:xfrm>
          <a:prstGeom prst="bentConnector5">
            <a:avLst>
              <a:gd name="adj1" fmla="val -5701"/>
              <a:gd name="adj2" fmla="val 857790"/>
              <a:gd name="adj3" fmla="val 97025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: Elbow 270">
            <a:extLst>
              <a:ext uri="{FF2B5EF4-FFF2-40B4-BE49-F238E27FC236}">
                <a16:creationId xmlns:a16="http://schemas.microsoft.com/office/drawing/2014/main" id="{E7CA0A5C-719C-F4F1-4FAC-92DE2FA8560B}"/>
              </a:ext>
            </a:extLst>
          </p:cNvPr>
          <p:cNvCxnSpPr>
            <a:cxnSpLocks/>
            <a:stCxn id="108" idx="1"/>
            <a:endCxn id="86" idx="1"/>
          </p:cNvCxnSpPr>
          <p:nvPr/>
        </p:nvCxnSpPr>
        <p:spPr>
          <a:xfrm rot="10800000" flipH="1" flipV="1">
            <a:off x="4140792" y="8737043"/>
            <a:ext cx="6775043" cy="154784"/>
          </a:xfrm>
          <a:prstGeom prst="bentConnector5">
            <a:avLst>
              <a:gd name="adj1" fmla="val -3374"/>
              <a:gd name="adj2" fmla="val 990201"/>
              <a:gd name="adj3" fmla="val 9694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: Elbow 271">
            <a:extLst>
              <a:ext uri="{FF2B5EF4-FFF2-40B4-BE49-F238E27FC236}">
                <a16:creationId xmlns:a16="http://schemas.microsoft.com/office/drawing/2014/main" id="{F6DEAFF4-5877-7F48-554F-19AE96688A5C}"/>
              </a:ext>
            </a:extLst>
          </p:cNvPr>
          <p:cNvCxnSpPr>
            <a:cxnSpLocks/>
            <a:stCxn id="106" idx="1"/>
            <a:endCxn id="84" idx="1"/>
          </p:cNvCxnSpPr>
          <p:nvPr/>
        </p:nvCxnSpPr>
        <p:spPr>
          <a:xfrm rot="10800000" flipH="1" flipV="1">
            <a:off x="5878329" y="8737043"/>
            <a:ext cx="6775043" cy="154784"/>
          </a:xfrm>
          <a:prstGeom prst="bentConnector5">
            <a:avLst>
              <a:gd name="adj1" fmla="val -3374"/>
              <a:gd name="adj2" fmla="val 1183725"/>
              <a:gd name="adj3" fmla="val 94279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: Elbow 272">
            <a:extLst>
              <a:ext uri="{FF2B5EF4-FFF2-40B4-BE49-F238E27FC236}">
                <a16:creationId xmlns:a16="http://schemas.microsoft.com/office/drawing/2014/main" id="{C8F1725D-B5B0-946D-A66B-0FDC33E88905}"/>
              </a:ext>
            </a:extLst>
          </p:cNvPr>
          <p:cNvCxnSpPr>
            <a:cxnSpLocks/>
            <a:stCxn id="104" idx="1"/>
            <a:endCxn id="82" idx="1"/>
          </p:cNvCxnSpPr>
          <p:nvPr/>
        </p:nvCxnSpPr>
        <p:spPr>
          <a:xfrm rot="10800000" flipH="1" flipV="1">
            <a:off x="7714739" y="8748357"/>
            <a:ext cx="6775043" cy="154784"/>
          </a:xfrm>
          <a:prstGeom prst="bentConnector5">
            <a:avLst>
              <a:gd name="adj1" fmla="val -3374"/>
              <a:gd name="adj2" fmla="val 1305952"/>
              <a:gd name="adj3" fmla="val 9562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FAC1A64D-FC73-0EB5-FCC8-2D523877D750}"/>
              </a:ext>
            </a:extLst>
          </p:cNvPr>
          <p:cNvSpPr txBox="1"/>
          <p:nvPr/>
        </p:nvSpPr>
        <p:spPr>
          <a:xfrm>
            <a:off x="13377299" y="10520163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CA38AA60-CE32-0442-8422-9C75FC840C75}"/>
              </a:ext>
            </a:extLst>
          </p:cNvPr>
          <p:cNvSpPr txBox="1"/>
          <p:nvPr/>
        </p:nvSpPr>
        <p:spPr>
          <a:xfrm>
            <a:off x="11485437" y="10283621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0DD28C2-635A-ADFB-92AE-3D40B774123C}"/>
              </a:ext>
            </a:extLst>
          </p:cNvPr>
          <p:cNvSpPr txBox="1"/>
          <p:nvPr/>
        </p:nvSpPr>
        <p:spPr>
          <a:xfrm>
            <a:off x="9890645" y="9971802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2F5E1C09-DFB6-A21D-EF19-25AB913AFA15}"/>
              </a:ext>
            </a:extLst>
          </p:cNvPr>
          <p:cNvSpPr txBox="1"/>
          <p:nvPr/>
        </p:nvSpPr>
        <p:spPr>
          <a:xfrm>
            <a:off x="8415857" y="9795283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cxnSp>
        <p:nvCxnSpPr>
          <p:cNvPr id="278" name="Connector: Elbow 277">
            <a:extLst>
              <a:ext uri="{FF2B5EF4-FFF2-40B4-BE49-F238E27FC236}">
                <a16:creationId xmlns:a16="http://schemas.microsoft.com/office/drawing/2014/main" id="{26736399-1CFE-E57E-DBDD-9D6381D79290}"/>
              </a:ext>
            </a:extLst>
          </p:cNvPr>
          <p:cNvCxnSpPr>
            <a:cxnSpLocks/>
            <a:stCxn id="157" idx="3"/>
            <a:endCxn id="212" idx="1"/>
          </p:cNvCxnSpPr>
          <p:nvPr/>
        </p:nvCxnSpPr>
        <p:spPr>
          <a:xfrm>
            <a:off x="25224191" y="15666590"/>
            <a:ext cx="4047148" cy="3098416"/>
          </a:xfrm>
          <a:prstGeom prst="bentConnector3">
            <a:avLst>
              <a:gd name="adj1" fmla="val 12985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: Elbow 278">
            <a:extLst>
              <a:ext uri="{FF2B5EF4-FFF2-40B4-BE49-F238E27FC236}">
                <a16:creationId xmlns:a16="http://schemas.microsoft.com/office/drawing/2014/main" id="{45F3A86F-C2C7-71F3-6C68-F637B8F39C53}"/>
              </a:ext>
            </a:extLst>
          </p:cNvPr>
          <p:cNvCxnSpPr>
            <a:cxnSpLocks/>
            <a:stCxn id="156" idx="0"/>
            <a:endCxn id="221" idx="1"/>
          </p:cNvCxnSpPr>
          <p:nvPr/>
        </p:nvCxnSpPr>
        <p:spPr>
          <a:xfrm rot="16200000" flipH="1">
            <a:off x="26485140" y="12637898"/>
            <a:ext cx="263077" cy="5309317"/>
          </a:xfrm>
          <a:prstGeom prst="bentConnector4">
            <a:avLst>
              <a:gd name="adj1" fmla="val -164546"/>
              <a:gd name="adj2" fmla="val 8570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0725462E-8780-6563-F10C-5DEB45B93B3C}"/>
              </a:ext>
            </a:extLst>
          </p:cNvPr>
          <p:cNvSpPr txBox="1"/>
          <p:nvPr/>
        </p:nvSpPr>
        <p:spPr>
          <a:xfrm>
            <a:off x="28510808" y="15129844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39B9130-FD2B-4F7C-8F1C-CCB4FEBFCBCA}"/>
              </a:ext>
            </a:extLst>
          </p:cNvPr>
          <p:cNvSpPr txBox="1"/>
          <p:nvPr/>
        </p:nvSpPr>
        <p:spPr>
          <a:xfrm>
            <a:off x="28307016" y="18488007"/>
            <a:ext cx="810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«creates»</a:t>
            </a:r>
            <a:endParaRPr lang="en-US" sz="700" noProof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1759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733</Words>
  <Application>Microsoft Office PowerPoint</Application>
  <PresentationFormat>Custom</PresentationFormat>
  <Paragraphs>198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Kiyomoto, Kanta</dc:creator>
  <cp:lastModifiedBy>Kiyomoto, Kanta</cp:lastModifiedBy>
  <cp:revision>1</cp:revision>
  <dcterms:created xsi:type="dcterms:W3CDTF">2025-10-30T18:42:04Z</dcterms:created>
  <dcterms:modified xsi:type="dcterms:W3CDTF">2025-10-30T18:48:37Z</dcterms:modified>
</cp:coreProperties>
</file>