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36" d="100"/>
          <a:sy n="136" d="100"/>
        </p:scale>
        <p:origin x="-3566" y="-16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204C-F3F2-3046-8628-F60EDA085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A596D-03FC-2433-4BDF-1504E0F21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3A41F-2CB2-81CB-C267-6AC7972F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63A7-A0EF-3135-E297-84D167891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EF1F0-F532-4C11-73B5-C9533309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20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C979-1AC1-7BE9-C21E-3DADC4B8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FBEEE-EC03-0E26-48D1-96B265410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C654F-57C7-0766-BE9A-CF9509F7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34B87-D194-BD51-66CE-BB4C7D132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93961-48AE-27F8-2DAC-7ECD58B1A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15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3E3C-E2AA-A3BB-C43B-38391DE3D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27B91-E484-0554-7422-F74CDC56D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D98A8-14FE-4C8B-C31C-5E09A4D3A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C60FE-ACB1-07E0-7778-7FBF40046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83E69-8570-1E92-2548-279856F3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90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8A593-C65B-E8F6-DC22-F94EF723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7C22A-A99A-2F9A-E1C4-BF1F90647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E63A1-CC3A-AEEF-4F60-D30CD9A02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A02AD-7BBD-4388-D39D-414F2E73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3840D-380D-AFF6-09BA-1E22C4C70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EB4B5-B626-1B63-D8F7-1258ADF9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39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B9CE-FEAB-E67D-3CC0-B9BE1249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DE8CC-5577-2127-A868-8F6F9F3FA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17903-0B47-73AE-42EB-5AF8D00F4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7E6318-84AD-C1DD-C99B-A2636ABA1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BF16B-BF45-07AA-B696-7D4BB1F443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69F6A-6195-51EA-F774-0FFC55775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E0AA58-6C29-FA7E-661D-3A19CAF1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44943-A887-7545-90EC-AF0991EC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995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20C0-6A4C-22C7-AE8E-273316EF8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6E745-6416-28CD-6439-24904E76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CC22C-59C0-4229-9869-8AA46446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3B2801-B590-6657-4419-CFB9A663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37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35F3E-2319-92E2-54FD-6BFBB0E25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7E65DF-CE6B-07EE-C3A7-52606B47D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21CF8-2514-E195-08AE-7466A81C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16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2271-1783-267F-364F-50FB8043A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84FB8-B533-4433-4C5E-084177BF6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6A365-5A14-7363-34FD-2EDCE4C80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59BF2-A6FC-6927-0AB1-85BF601A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1CAF13-7C64-F5CE-5089-1DBA00B5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C3273-648D-0963-9F92-4685FBEDC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221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02635-E72A-8A78-7C23-BC3CFCCF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F7DDC-4B1D-7204-E2B7-A30B951843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D88CB-0992-A0C2-6980-5AD3EE4BC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F5959-6E4B-7A69-D065-FBA9A574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B389F-7D2E-6DE7-230B-8AD9978A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97B66-716A-4455-B9DB-1279636FE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284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F22C-8ECE-4FDD-70B3-C37AF16F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D04926-6896-58B4-A17A-3F0F8DA7F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E5E29-28AB-FA59-FC2F-B8BF56C4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AAAD3-B125-AA32-445F-105AA1EF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AED23-A60D-D899-7E1A-C159257B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12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FEC382-9428-9ECA-1488-A40E8D8B40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02026-32EE-1827-44D4-1E3FB37F1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05687-DBC6-1FD3-B980-2F9A07BC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1FE27-4BB1-552C-7635-763B4773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6BF11-A458-63ED-B5AA-657C17A6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6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A4D4E-E8A5-EBD5-19F6-ED3E2C2D2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4056A-238D-F011-3045-DE83403FD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B4F45-91D1-3F28-FAFB-B7D4C97A5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4723FF-5DF4-40BC-ADD2-6301C5422022}" type="datetimeFigureOut">
              <a:rPr lang="en-GB" smtClean="0"/>
              <a:t>20/10/2025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5F1F7-A349-ACB2-9DAE-D514860EC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9BCE3-4228-6996-FB3D-2B42E2B27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B48C7-C912-4633-9836-9AC1C2D8D9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40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212DD08-1CD8-8657-F43D-D1C1EE29C27A}"/>
              </a:ext>
            </a:extLst>
          </p:cNvPr>
          <p:cNvGrpSpPr/>
          <p:nvPr/>
        </p:nvGrpSpPr>
        <p:grpSpPr>
          <a:xfrm>
            <a:off x="707921" y="688257"/>
            <a:ext cx="2251591" cy="1307692"/>
            <a:chOff x="707920" y="688256"/>
            <a:chExt cx="2251591" cy="130769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34F66E1-B764-BA7A-74DB-2E234396AC91}"/>
                </a:ext>
              </a:extLst>
            </p:cNvPr>
            <p:cNvGrpSpPr/>
            <p:nvPr/>
          </p:nvGrpSpPr>
          <p:grpSpPr>
            <a:xfrm>
              <a:off x="707922" y="688256"/>
              <a:ext cx="2251589" cy="1307692"/>
              <a:chOff x="707922" y="688256"/>
              <a:chExt cx="2251589" cy="1307692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D5F59ED6-EA06-4C89-DBD2-5B865E3190DE}"/>
                  </a:ext>
                </a:extLst>
              </p:cNvPr>
              <p:cNvSpPr/>
              <p:nvPr/>
            </p:nvSpPr>
            <p:spPr>
              <a:xfrm>
                <a:off x="707923" y="688257"/>
                <a:ext cx="2251588" cy="1307691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117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06A5760-759F-3CAC-F80B-209BA55E2022}"/>
                  </a:ext>
                </a:extLst>
              </p:cNvPr>
              <p:cNvCxnSpPr>
                <a:cxnSpLocks/>
                <a:stCxn id="4" idx="1"/>
                <a:endCxn id="4" idx="3"/>
              </p:cNvCxnSpPr>
              <p:nvPr/>
            </p:nvCxnSpPr>
            <p:spPr>
              <a:xfrm>
                <a:off x="707923" y="1342103"/>
                <a:ext cx="22515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0C182C59-B3C6-1B0F-5385-63D20DDA451E}"/>
                  </a:ext>
                </a:extLst>
              </p:cNvPr>
              <p:cNvSpPr/>
              <p:nvPr/>
            </p:nvSpPr>
            <p:spPr>
              <a:xfrm>
                <a:off x="707922" y="688256"/>
                <a:ext cx="2251587" cy="6538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117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6FE5E-5133-2300-4936-09892F9E3D88}"/>
                </a:ext>
              </a:extLst>
            </p:cNvPr>
            <p:cNvSpPr/>
            <p:nvPr/>
          </p:nvSpPr>
          <p:spPr>
            <a:xfrm>
              <a:off x="707920" y="1342101"/>
              <a:ext cx="2251587" cy="6538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117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2C7054FA-3AFE-E1E4-495E-7E082AAEDBB1}"/>
              </a:ext>
            </a:extLst>
          </p:cNvPr>
          <p:cNvSpPr/>
          <p:nvPr/>
        </p:nvSpPr>
        <p:spPr>
          <a:xfrm>
            <a:off x="4837472" y="1342101"/>
            <a:ext cx="285135" cy="28513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17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D30CCD-C4A7-3287-9EF6-73232048514B}"/>
              </a:ext>
            </a:extLst>
          </p:cNvPr>
          <p:cNvCxnSpPr/>
          <p:nvPr/>
        </p:nvCxnSpPr>
        <p:spPr>
          <a:xfrm>
            <a:off x="2015613" y="2930013"/>
            <a:ext cx="914400" cy="91440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E36B47-2782-BE1B-2A96-03079203932F}"/>
              </a:ext>
            </a:extLst>
          </p:cNvPr>
          <p:cNvGrpSpPr/>
          <p:nvPr/>
        </p:nvGrpSpPr>
        <p:grpSpPr>
          <a:xfrm>
            <a:off x="1143001" y="4862058"/>
            <a:ext cx="2102699" cy="373626"/>
            <a:chOff x="1143000" y="4862053"/>
            <a:chExt cx="2102699" cy="373625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F18E6CF-DC61-D0F0-4266-B10FD573D0FF}"/>
                </a:ext>
              </a:extLst>
            </p:cNvPr>
            <p:cNvCxnSpPr>
              <a:cxnSpLocks/>
            </p:cNvCxnSpPr>
            <p:nvPr/>
          </p:nvCxnSpPr>
          <p:spPr>
            <a:xfrm>
              <a:off x="1143000" y="5235678"/>
              <a:ext cx="210269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623F55-D514-1F3D-43C9-FF62715B9EF5}"/>
                </a:ext>
              </a:extLst>
            </p:cNvPr>
            <p:cNvSpPr txBox="1"/>
            <p:nvPr/>
          </p:nvSpPr>
          <p:spPr>
            <a:xfrm>
              <a:off x="2194349" y="4862053"/>
              <a:ext cx="837858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Trigger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406FD1-CAD2-AED8-9192-39B69DA9673E}"/>
              </a:ext>
            </a:extLst>
          </p:cNvPr>
          <p:cNvGrpSpPr/>
          <p:nvPr/>
        </p:nvGrpSpPr>
        <p:grpSpPr>
          <a:xfrm>
            <a:off x="5910941" y="930671"/>
            <a:ext cx="2852058" cy="1107996"/>
            <a:chOff x="5442855" y="2601686"/>
            <a:chExt cx="2852058" cy="110799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C37E4C-625D-6869-655B-A86984A4A864}"/>
                </a:ext>
              </a:extLst>
            </p:cNvPr>
            <p:cNvSpPr txBox="1"/>
            <p:nvPr/>
          </p:nvSpPr>
          <p:spPr>
            <a:xfrm>
              <a:off x="5442856" y="2601686"/>
              <a:ext cx="2852057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ClassName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D81B902-9067-B913-EC88-DA8A1F2901FB}"/>
                </a:ext>
              </a:extLst>
            </p:cNvPr>
            <p:cNvSpPr txBox="1"/>
            <p:nvPr/>
          </p:nvSpPr>
          <p:spPr>
            <a:xfrm>
              <a:off x="5442855" y="2971018"/>
              <a:ext cx="2852057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+ Fields : type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2CD29E5-7230-2700-A74C-934974892DCD}"/>
                </a:ext>
              </a:extLst>
            </p:cNvPr>
            <p:cNvSpPr txBox="1"/>
            <p:nvPr/>
          </p:nvSpPr>
          <p:spPr>
            <a:xfrm>
              <a:off x="5442855" y="3340350"/>
              <a:ext cx="2852057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+ method(var : T) : return T</a:t>
              </a:r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F81F1CA-3569-BDA9-6323-F8C276A364D7}"/>
              </a:ext>
            </a:extLst>
          </p:cNvPr>
          <p:cNvCxnSpPr>
            <a:cxnSpLocks/>
          </p:cNvCxnSpPr>
          <p:nvPr/>
        </p:nvCxnSpPr>
        <p:spPr>
          <a:xfrm>
            <a:off x="5122606" y="3006213"/>
            <a:ext cx="228178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6955027-F102-409C-7456-D71B0218701F}"/>
              </a:ext>
            </a:extLst>
          </p:cNvPr>
          <p:cNvCxnSpPr>
            <a:cxnSpLocks/>
          </p:cNvCxnSpPr>
          <p:nvPr/>
        </p:nvCxnSpPr>
        <p:spPr>
          <a:xfrm flipV="1">
            <a:off x="5008129" y="3722914"/>
            <a:ext cx="0" cy="159107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C4E26F0-EECB-047B-3313-BA5B8F327ACD}"/>
              </a:ext>
            </a:extLst>
          </p:cNvPr>
          <p:cNvCxnSpPr>
            <a:cxnSpLocks/>
          </p:cNvCxnSpPr>
          <p:nvPr/>
        </p:nvCxnSpPr>
        <p:spPr>
          <a:xfrm flipV="1">
            <a:off x="5889870" y="3722914"/>
            <a:ext cx="0" cy="1591070"/>
          </a:xfrm>
          <a:prstGeom prst="straightConnector1">
            <a:avLst/>
          </a:prstGeom>
          <a:ln w="19050" cap="flat">
            <a:solidFill>
              <a:schemeClr val="tx1"/>
            </a:solidFill>
            <a:prstDash val="dash"/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7C4FE8-5744-A8B2-603D-C248732ED66E}"/>
              </a:ext>
            </a:extLst>
          </p:cNvPr>
          <p:cNvCxnSpPr>
            <a:cxnSpLocks/>
          </p:cNvCxnSpPr>
          <p:nvPr/>
        </p:nvCxnSpPr>
        <p:spPr>
          <a:xfrm>
            <a:off x="6945784" y="3844412"/>
            <a:ext cx="181721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diamond" w="lg" len="lg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Arrow: Up 1">
            <a:extLst>
              <a:ext uri="{FF2B5EF4-FFF2-40B4-BE49-F238E27FC236}">
                <a16:creationId xmlns:a16="http://schemas.microsoft.com/office/drawing/2014/main" id="{627F229A-7484-61BC-FAEC-64616E26A1F8}"/>
              </a:ext>
            </a:extLst>
          </p:cNvPr>
          <p:cNvSpPr/>
          <p:nvPr/>
        </p:nvSpPr>
        <p:spPr>
          <a:xfrm>
            <a:off x="7500323" y="4151501"/>
            <a:ext cx="430283" cy="2159778"/>
          </a:xfrm>
          <a:prstGeom prst="upArrow">
            <a:avLst>
              <a:gd name="adj1" fmla="val 0"/>
              <a:gd name="adj2" fmla="val 74771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81209D-2B48-6358-3D15-2A04B8EBC6D4}"/>
              </a:ext>
            </a:extLst>
          </p:cNvPr>
          <p:cNvGrpSpPr/>
          <p:nvPr/>
        </p:nvGrpSpPr>
        <p:grpSpPr>
          <a:xfrm>
            <a:off x="8167892" y="3066807"/>
            <a:ext cx="2367342" cy="239004"/>
            <a:chOff x="8167892" y="3066807"/>
            <a:chExt cx="2367342" cy="239004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FB28E2D6-B87D-A9AE-6A71-191CE4C6428D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8629676" y="3186309"/>
              <a:ext cx="190555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Diamond 4">
              <a:extLst>
                <a:ext uri="{FF2B5EF4-FFF2-40B4-BE49-F238E27FC236}">
                  <a16:creationId xmlns:a16="http://schemas.microsoft.com/office/drawing/2014/main" id="{6CA5A2FB-A485-4878-7167-127585E6C2A1}"/>
                </a:ext>
              </a:extLst>
            </p:cNvPr>
            <p:cNvSpPr/>
            <p:nvPr/>
          </p:nvSpPr>
          <p:spPr>
            <a:xfrm>
              <a:off x="8167892" y="3066807"/>
              <a:ext cx="461784" cy="23900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62A5E53-622F-7B07-142F-A1D7EC80D32B}"/>
              </a:ext>
            </a:extLst>
          </p:cNvPr>
          <p:cNvGrpSpPr/>
          <p:nvPr/>
        </p:nvGrpSpPr>
        <p:grpSpPr>
          <a:xfrm>
            <a:off x="8101509" y="2577267"/>
            <a:ext cx="2367342" cy="239004"/>
            <a:chOff x="8167892" y="3066807"/>
            <a:chExt cx="2367342" cy="239004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278D13F-5489-4156-620D-249C7BBE3E40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>
              <a:off x="8629676" y="3186309"/>
              <a:ext cx="190555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Diamond 26">
              <a:extLst>
                <a:ext uri="{FF2B5EF4-FFF2-40B4-BE49-F238E27FC236}">
                  <a16:creationId xmlns:a16="http://schemas.microsoft.com/office/drawing/2014/main" id="{A1CCCD29-0F30-53A8-EEC6-D1F2B12AC7F6}"/>
                </a:ext>
              </a:extLst>
            </p:cNvPr>
            <p:cNvSpPr/>
            <p:nvPr/>
          </p:nvSpPr>
          <p:spPr>
            <a:xfrm>
              <a:off x="8167892" y="3066807"/>
              <a:ext cx="461784" cy="239004"/>
            </a:xfrm>
            <a:prstGeom prst="diamond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96836CD-12E8-08C0-EFA1-32CA1FC09652}"/>
              </a:ext>
            </a:extLst>
          </p:cNvPr>
          <p:cNvGrpSpPr/>
          <p:nvPr/>
        </p:nvGrpSpPr>
        <p:grpSpPr>
          <a:xfrm>
            <a:off x="8382064" y="4308105"/>
            <a:ext cx="1098525" cy="128027"/>
            <a:chOff x="8382064" y="4308105"/>
            <a:chExt cx="1098525" cy="128027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65035EC-9482-A85D-DF46-9D4F2545C628}"/>
                </a:ext>
              </a:extLst>
            </p:cNvPr>
            <p:cNvSpPr/>
            <p:nvPr/>
          </p:nvSpPr>
          <p:spPr>
            <a:xfrm>
              <a:off x="8382064" y="4308105"/>
              <a:ext cx="128027" cy="12802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7FD68E-C4BB-1864-125A-C36C6B890788}"/>
                </a:ext>
              </a:extLst>
            </p:cNvPr>
            <p:cNvCxnSpPr>
              <a:cxnSpLocks/>
              <a:stCxn id="30" idx="6"/>
            </p:cNvCxnSpPr>
            <p:nvPr/>
          </p:nvCxnSpPr>
          <p:spPr>
            <a:xfrm flipV="1">
              <a:off x="8510091" y="4372118"/>
              <a:ext cx="970498" cy="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A13F21B5-E9A9-66B1-F575-C4E505C0E8EE}"/>
              </a:ext>
            </a:extLst>
          </p:cNvPr>
          <p:cNvCxnSpPr>
            <a:cxnSpLocks/>
          </p:cNvCxnSpPr>
          <p:nvPr/>
        </p:nvCxnSpPr>
        <p:spPr>
          <a:xfrm rot="10800000" flipH="1">
            <a:off x="8750520" y="4761940"/>
            <a:ext cx="927205" cy="768545"/>
          </a:xfrm>
          <a:prstGeom prst="bentConnector3">
            <a:avLst>
              <a:gd name="adj1" fmla="val -821"/>
            </a:avLst>
          </a:prstGeom>
          <a:ln>
            <a:solidFill>
              <a:schemeClr val="tx1"/>
            </a:solidFill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3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721E1F8-1688-5164-C193-132AD80F1C7A}"/>
              </a:ext>
            </a:extLst>
          </p:cNvPr>
          <p:cNvGrpSpPr/>
          <p:nvPr/>
        </p:nvGrpSpPr>
        <p:grpSpPr>
          <a:xfrm>
            <a:off x="786572" y="2700032"/>
            <a:ext cx="1986119" cy="1153510"/>
            <a:chOff x="707920" y="688256"/>
            <a:chExt cx="2251591" cy="130769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07D898B-C6C1-5866-BD71-B06D427E22B5}"/>
                </a:ext>
              </a:extLst>
            </p:cNvPr>
            <p:cNvGrpSpPr/>
            <p:nvPr/>
          </p:nvGrpSpPr>
          <p:grpSpPr>
            <a:xfrm>
              <a:off x="707922" y="688256"/>
              <a:ext cx="2251589" cy="1307692"/>
              <a:chOff x="707922" y="688256"/>
              <a:chExt cx="2251589" cy="1307692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F1C9D95-8282-88AD-E298-3DD2229F0F5F}"/>
                  </a:ext>
                </a:extLst>
              </p:cNvPr>
              <p:cNvSpPr/>
              <p:nvPr/>
            </p:nvSpPr>
            <p:spPr>
              <a:xfrm>
                <a:off x="707923" y="688257"/>
                <a:ext cx="2251588" cy="1307691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5F6D1EE-77A5-CE2F-4AA5-45C9DFBDDE58}"/>
                  </a:ext>
                </a:extLst>
              </p:cNvPr>
              <p:cNvCxnSpPr>
                <a:cxnSpLocks/>
                <a:stCxn id="5" idx="1"/>
                <a:endCxn id="5" idx="3"/>
              </p:cNvCxnSpPr>
              <p:nvPr/>
            </p:nvCxnSpPr>
            <p:spPr>
              <a:xfrm>
                <a:off x="707923" y="1342103"/>
                <a:ext cx="22515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605F053-E267-F8B5-9380-603543D60887}"/>
                  </a:ext>
                </a:extLst>
              </p:cNvPr>
              <p:cNvSpPr/>
              <p:nvPr/>
            </p:nvSpPr>
            <p:spPr>
              <a:xfrm>
                <a:off x="707922" y="688256"/>
                <a:ext cx="2251587" cy="6538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1">
                    <a:solidFill>
                      <a:schemeClr val="tx1"/>
                    </a:solidFill>
                  </a:rPr>
                  <a:t>Title</a:t>
                </a: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11321D-A02D-6445-055A-8B479660B934}"/>
                </a:ext>
              </a:extLst>
            </p:cNvPr>
            <p:cNvSpPr/>
            <p:nvPr/>
          </p:nvSpPr>
          <p:spPr>
            <a:xfrm>
              <a:off x="707920" y="1342101"/>
              <a:ext cx="2251587" cy="6538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C0E121D-7FDE-9087-E0F6-827CAF3111DA}"/>
              </a:ext>
            </a:extLst>
          </p:cNvPr>
          <p:cNvSpPr/>
          <p:nvPr/>
        </p:nvSpPr>
        <p:spPr>
          <a:xfrm>
            <a:off x="349035" y="2060046"/>
            <a:ext cx="285135" cy="28513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1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52FE5B2-9C0D-65F0-05EA-1060E3CDAF47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592414" y="2303424"/>
            <a:ext cx="380974" cy="500525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4992C-6398-F2F9-4A1B-AFB3FC97E13D}"/>
              </a:ext>
            </a:extLst>
          </p:cNvPr>
          <p:cNvGrpSpPr/>
          <p:nvPr/>
        </p:nvGrpSpPr>
        <p:grpSpPr>
          <a:xfrm>
            <a:off x="4320918" y="2700030"/>
            <a:ext cx="1986119" cy="1153510"/>
            <a:chOff x="707920" y="688256"/>
            <a:chExt cx="2251591" cy="130769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14E2066-4F01-2A66-6E8A-3A31B2AA1C8E}"/>
                </a:ext>
              </a:extLst>
            </p:cNvPr>
            <p:cNvGrpSpPr/>
            <p:nvPr/>
          </p:nvGrpSpPr>
          <p:grpSpPr>
            <a:xfrm>
              <a:off x="707922" y="688256"/>
              <a:ext cx="2251589" cy="1307692"/>
              <a:chOff x="707922" y="688256"/>
              <a:chExt cx="2251589" cy="1307692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3A9F7F3B-02E8-24E0-1CC8-EB179026A910}"/>
                  </a:ext>
                </a:extLst>
              </p:cNvPr>
              <p:cNvSpPr/>
              <p:nvPr/>
            </p:nvSpPr>
            <p:spPr>
              <a:xfrm>
                <a:off x="707923" y="688257"/>
                <a:ext cx="2251588" cy="1307691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E90E8CD-6215-40FB-8DB7-9D3BE82A9809}"/>
                  </a:ext>
                </a:extLst>
              </p:cNvPr>
              <p:cNvCxnSpPr>
                <a:cxnSpLocks/>
                <a:stCxn id="15" idx="1"/>
                <a:endCxn id="15" idx="3"/>
              </p:cNvCxnSpPr>
              <p:nvPr/>
            </p:nvCxnSpPr>
            <p:spPr>
              <a:xfrm>
                <a:off x="707923" y="1342103"/>
                <a:ext cx="22515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F9FAA57-98CC-8C49-986F-A04042C86301}"/>
                  </a:ext>
                </a:extLst>
              </p:cNvPr>
              <p:cNvSpPr/>
              <p:nvPr/>
            </p:nvSpPr>
            <p:spPr>
              <a:xfrm>
                <a:off x="707922" y="688256"/>
                <a:ext cx="2251587" cy="6538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1">
                    <a:solidFill>
                      <a:schemeClr val="tx1"/>
                    </a:solidFill>
                  </a:rPr>
                  <a:t>ModeOne</a:t>
                </a: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8ADADB-5E95-D1DB-C985-B8631F77DE95}"/>
                </a:ext>
              </a:extLst>
            </p:cNvPr>
            <p:cNvSpPr/>
            <p:nvPr/>
          </p:nvSpPr>
          <p:spPr>
            <a:xfrm>
              <a:off x="707920" y="1342101"/>
              <a:ext cx="2251587" cy="6538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994FC8-A88D-5D1B-8CD7-23F5895D91B1}"/>
              </a:ext>
            </a:extLst>
          </p:cNvPr>
          <p:cNvGrpSpPr/>
          <p:nvPr/>
        </p:nvGrpSpPr>
        <p:grpSpPr>
          <a:xfrm>
            <a:off x="2772690" y="2935651"/>
            <a:ext cx="1548223" cy="369332"/>
            <a:chOff x="948835" y="5277697"/>
            <a:chExt cx="1548223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ABE4208-76C9-40D2-1657-F9D3A9652305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 flipV="1">
              <a:off x="948835" y="5617759"/>
              <a:ext cx="1548223" cy="107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968C44-659B-FE94-138A-4903B7E174D2}"/>
                </a:ext>
              </a:extLst>
            </p:cNvPr>
            <p:cNvSpPr txBox="1"/>
            <p:nvPr/>
          </p:nvSpPr>
          <p:spPr>
            <a:xfrm>
              <a:off x="1421463" y="5277697"/>
              <a:ext cx="7688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W key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EBCB395-8DD1-4104-CC1B-AF3DE5D87E54}"/>
              </a:ext>
            </a:extLst>
          </p:cNvPr>
          <p:cNvGrpSpPr/>
          <p:nvPr/>
        </p:nvGrpSpPr>
        <p:grpSpPr>
          <a:xfrm>
            <a:off x="782901" y="4855403"/>
            <a:ext cx="1986119" cy="1153510"/>
            <a:chOff x="707920" y="688256"/>
            <a:chExt cx="2251591" cy="130769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27944B3-7698-5E43-195E-FDDCD6F050A9}"/>
                </a:ext>
              </a:extLst>
            </p:cNvPr>
            <p:cNvGrpSpPr/>
            <p:nvPr/>
          </p:nvGrpSpPr>
          <p:grpSpPr>
            <a:xfrm>
              <a:off x="707922" y="688256"/>
              <a:ext cx="2251589" cy="1307692"/>
              <a:chOff x="707922" y="688256"/>
              <a:chExt cx="2251589" cy="1307692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67CC7EA-2269-06D7-EC98-F768079E8F0B}"/>
                  </a:ext>
                </a:extLst>
              </p:cNvPr>
              <p:cNvSpPr/>
              <p:nvPr/>
            </p:nvSpPr>
            <p:spPr>
              <a:xfrm>
                <a:off x="707923" y="688257"/>
                <a:ext cx="2251588" cy="1307691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69878484-FC87-4FFF-2BE9-3BE25AEDEACB}"/>
                  </a:ext>
                </a:extLst>
              </p:cNvPr>
              <p:cNvCxnSpPr>
                <a:cxnSpLocks/>
                <a:stCxn id="30" idx="1"/>
                <a:endCxn id="30" idx="3"/>
              </p:cNvCxnSpPr>
              <p:nvPr/>
            </p:nvCxnSpPr>
            <p:spPr>
              <a:xfrm>
                <a:off x="707923" y="1342103"/>
                <a:ext cx="22515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66CCF94-EC04-70FC-E29B-1025D7BBC510}"/>
                  </a:ext>
                </a:extLst>
              </p:cNvPr>
              <p:cNvSpPr/>
              <p:nvPr/>
            </p:nvSpPr>
            <p:spPr>
              <a:xfrm>
                <a:off x="707922" y="688256"/>
                <a:ext cx="2251587" cy="6538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1">
                    <a:solidFill>
                      <a:schemeClr val="tx1"/>
                    </a:solidFill>
                  </a:rPr>
                  <a:t>ModeTwo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073D3F0-B40C-5801-B656-1407EEB910CB}"/>
                </a:ext>
              </a:extLst>
            </p:cNvPr>
            <p:cNvSpPr/>
            <p:nvPr/>
          </p:nvSpPr>
          <p:spPr>
            <a:xfrm>
              <a:off x="707920" y="1342101"/>
              <a:ext cx="2251587" cy="6538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0E1B7A1-191B-83A0-7B51-0B5186640CDA}"/>
              </a:ext>
            </a:extLst>
          </p:cNvPr>
          <p:cNvGrpSpPr/>
          <p:nvPr/>
        </p:nvGrpSpPr>
        <p:grpSpPr>
          <a:xfrm>
            <a:off x="4320914" y="1088058"/>
            <a:ext cx="1986119" cy="1153510"/>
            <a:chOff x="707920" y="688256"/>
            <a:chExt cx="2251591" cy="130769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C0A186E-4E73-388F-07DC-F42735E7C0CF}"/>
                </a:ext>
              </a:extLst>
            </p:cNvPr>
            <p:cNvGrpSpPr/>
            <p:nvPr/>
          </p:nvGrpSpPr>
          <p:grpSpPr>
            <a:xfrm>
              <a:off x="707922" y="688256"/>
              <a:ext cx="2251589" cy="1307692"/>
              <a:chOff x="707922" y="688256"/>
              <a:chExt cx="2251589" cy="1307692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1FBDCA64-4B56-CF14-4530-F9BD5EFC5E0B}"/>
                  </a:ext>
                </a:extLst>
              </p:cNvPr>
              <p:cNvSpPr/>
              <p:nvPr/>
            </p:nvSpPr>
            <p:spPr>
              <a:xfrm>
                <a:off x="707923" y="688257"/>
                <a:ext cx="2251588" cy="1307691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28DB2E8-669C-CA82-3C75-D1E94E183EA4}"/>
                  </a:ext>
                </a:extLst>
              </p:cNvPr>
              <p:cNvCxnSpPr>
                <a:cxnSpLocks/>
                <a:stCxn id="37" idx="1"/>
                <a:endCxn id="37" idx="3"/>
              </p:cNvCxnSpPr>
              <p:nvPr/>
            </p:nvCxnSpPr>
            <p:spPr>
              <a:xfrm>
                <a:off x="707923" y="1342103"/>
                <a:ext cx="22515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2C5DFA5C-F8BE-16B8-CDF0-B1633AAA1AE6}"/>
                  </a:ext>
                </a:extLst>
              </p:cNvPr>
              <p:cNvSpPr/>
              <p:nvPr/>
            </p:nvSpPr>
            <p:spPr>
              <a:xfrm>
                <a:off x="707922" y="688256"/>
                <a:ext cx="2251587" cy="6538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1">
                    <a:solidFill>
                      <a:schemeClr val="tx1"/>
                    </a:solidFill>
                  </a:rPr>
                  <a:t>NoHearts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ABC11E8-AC20-F4C8-4387-978C3B0D5126}"/>
                </a:ext>
              </a:extLst>
            </p:cNvPr>
            <p:cNvSpPr/>
            <p:nvPr/>
          </p:nvSpPr>
          <p:spPr>
            <a:xfrm>
              <a:off x="707920" y="1342101"/>
              <a:ext cx="2251587" cy="6538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D13C4AC-7226-44C5-F45F-18413DD1E0C8}"/>
              </a:ext>
            </a:extLst>
          </p:cNvPr>
          <p:cNvGrpSpPr/>
          <p:nvPr/>
        </p:nvGrpSpPr>
        <p:grpSpPr>
          <a:xfrm>
            <a:off x="4320914" y="4616431"/>
            <a:ext cx="1986119" cy="1153510"/>
            <a:chOff x="707920" y="688256"/>
            <a:chExt cx="2251591" cy="130769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DE35558-C170-D26B-046C-07E92601C4D6}"/>
                </a:ext>
              </a:extLst>
            </p:cNvPr>
            <p:cNvGrpSpPr/>
            <p:nvPr/>
          </p:nvGrpSpPr>
          <p:grpSpPr>
            <a:xfrm>
              <a:off x="707922" y="688256"/>
              <a:ext cx="2251589" cy="1307692"/>
              <a:chOff x="707922" y="688256"/>
              <a:chExt cx="2251589" cy="1307692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E5DB04B-1D8E-743A-742C-26FF2C25401A}"/>
                  </a:ext>
                </a:extLst>
              </p:cNvPr>
              <p:cNvSpPr/>
              <p:nvPr/>
            </p:nvSpPr>
            <p:spPr>
              <a:xfrm>
                <a:off x="707923" y="688257"/>
                <a:ext cx="2251588" cy="1307691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1"/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F2AAB89B-4693-9A79-31D9-EB9CA89557BB}"/>
                  </a:ext>
                </a:extLst>
              </p:cNvPr>
              <p:cNvCxnSpPr>
                <a:cxnSpLocks/>
                <a:stCxn id="43" idx="1"/>
                <a:endCxn id="43" idx="3"/>
              </p:cNvCxnSpPr>
              <p:nvPr/>
            </p:nvCxnSpPr>
            <p:spPr>
              <a:xfrm>
                <a:off x="707923" y="1342103"/>
                <a:ext cx="225158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7E26740-EA7D-3B03-7116-E84A182DC396}"/>
                  </a:ext>
                </a:extLst>
              </p:cNvPr>
              <p:cNvSpPr/>
              <p:nvPr/>
            </p:nvSpPr>
            <p:spPr>
              <a:xfrm>
                <a:off x="707922" y="688256"/>
                <a:ext cx="2251587" cy="65384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noProof="1">
                    <a:solidFill>
                      <a:schemeClr val="tx1"/>
                    </a:solidFill>
                  </a:rPr>
                  <a:t>LevelTransition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7846FC2-7DAE-9344-F030-4944D7FEC485}"/>
                </a:ext>
              </a:extLst>
            </p:cNvPr>
            <p:cNvSpPr/>
            <p:nvPr/>
          </p:nvSpPr>
          <p:spPr>
            <a:xfrm>
              <a:off x="707920" y="1342101"/>
              <a:ext cx="2251587" cy="6538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1"/>
            </a:p>
          </p:txBody>
        </p:sp>
      </p:grpSp>
    </p:spTree>
    <p:extLst>
      <p:ext uri="{BB962C8B-B14F-4D97-AF65-F5344CB8AC3E}">
        <p14:creationId xmlns:p14="http://schemas.microsoft.com/office/powerpoint/2010/main" val="258403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304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11364</TotalTime>
  <Words>23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Kiyomoto, Kanta</dc:creator>
  <cp:lastModifiedBy>Kiyomoto, Kanta</cp:lastModifiedBy>
  <cp:revision>25</cp:revision>
  <dcterms:created xsi:type="dcterms:W3CDTF">2025-10-16T10:14:53Z</dcterms:created>
  <dcterms:modified xsi:type="dcterms:W3CDTF">2025-10-28T02:35:15Z</dcterms:modified>
</cp:coreProperties>
</file>